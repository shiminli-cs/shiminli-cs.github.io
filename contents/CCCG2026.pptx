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3701DC-E3ED-4EF8-B57B-84542E192166}" v="518" dt="2026-08-13T00:09:12.8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06" autoAdjust="0"/>
    <p:restoredTop sz="94658"/>
  </p:normalViewPr>
  <p:slideViewPr>
    <p:cSldViewPr snapToGrid="0">
      <p:cViewPr varScale="1">
        <p:scale>
          <a:sx n="82" d="100"/>
          <a:sy n="82" d="100"/>
        </p:scale>
        <p:origin x="62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Shimin" userId="942422ce-aafb-4159-93b9-d78e108d7183" providerId="ADAL" clId="{26F55F8F-3589-4CC1-A712-FE258817954E}"/>
    <pc:docChg chg="undo custSel addSld modSld addMainMaster delMainMaster">
      <pc:chgData name="Li, Shimin" userId="942422ce-aafb-4159-93b9-d78e108d7183" providerId="ADAL" clId="{26F55F8F-3589-4CC1-A712-FE258817954E}" dt="2026-08-13T00:09:12.847" v="3925"/>
      <pc:docMkLst>
        <pc:docMk/>
      </pc:docMkLst>
      <pc:sldChg chg="modAnim">
        <pc:chgData name="Li, Shimin" userId="942422ce-aafb-4159-93b9-d78e108d7183" providerId="ADAL" clId="{26F55F8F-3589-4CC1-A712-FE258817954E}" dt="2026-08-12T23:32:57.116" v="3830"/>
        <pc:sldMkLst>
          <pc:docMk/>
          <pc:sldMk cId="1688453421" sldId="257"/>
        </pc:sldMkLst>
      </pc:sldChg>
      <pc:sldChg chg="modAnim">
        <pc:chgData name="Li, Shimin" userId="942422ce-aafb-4159-93b9-d78e108d7183" providerId="ADAL" clId="{26F55F8F-3589-4CC1-A712-FE258817954E}" dt="2026-08-12T23:33:05.052" v="3831"/>
        <pc:sldMkLst>
          <pc:docMk/>
          <pc:sldMk cId="628304285" sldId="258"/>
        </pc:sldMkLst>
      </pc:sldChg>
      <pc:sldChg chg="modSp mod modAnim">
        <pc:chgData name="Li, Shimin" userId="942422ce-aafb-4159-93b9-d78e108d7183" providerId="ADAL" clId="{26F55F8F-3589-4CC1-A712-FE258817954E}" dt="2026-08-12T23:35:07.177" v="3837"/>
        <pc:sldMkLst>
          <pc:docMk/>
          <pc:sldMk cId="3339899502" sldId="259"/>
        </pc:sldMkLst>
        <pc:grpChg chg="ord">
          <ac:chgData name="Li, Shimin" userId="942422ce-aafb-4159-93b9-d78e108d7183" providerId="ADAL" clId="{26F55F8F-3589-4CC1-A712-FE258817954E}" dt="2026-08-12T23:34:32.922" v="3835" actId="167"/>
          <ac:grpSpMkLst>
            <pc:docMk/>
            <pc:sldMk cId="3339899502" sldId="259"/>
            <ac:grpSpMk id="7" creationId="{392B5949-ABFE-6133-3482-2C19DA2CF7D7}"/>
          </ac:grpSpMkLst>
        </pc:grpChg>
        <pc:grpChg chg="ord">
          <ac:chgData name="Li, Shimin" userId="942422ce-aafb-4159-93b9-d78e108d7183" providerId="ADAL" clId="{26F55F8F-3589-4CC1-A712-FE258817954E}" dt="2026-08-12T23:34:32.922" v="3835" actId="167"/>
          <ac:grpSpMkLst>
            <pc:docMk/>
            <pc:sldMk cId="3339899502" sldId="259"/>
            <ac:grpSpMk id="8" creationId="{CD54A6FB-1F49-F0EB-10E9-281B89848424}"/>
          </ac:grpSpMkLst>
        </pc:grpChg>
        <pc:cxnChg chg="ord">
          <ac:chgData name="Li, Shimin" userId="942422ce-aafb-4159-93b9-d78e108d7183" providerId="ADAL" clId="{26F55F8F-3589-4CC1-A712-FE258817954E}" dt="2026-08-12T23:34:04.709" v="3834" actId="167"/>
          <ac:cxnSpMkLst>
            <pc:docMk/>
            <pc:sldMk cId="3339899502" sldId="259"/>
            <ac:cxnSpMk id="12" creationId="{956A5A43-AD3A-1013-EAEF-2D52B7E769A3}"/>
          </ac:cxnSpMkLst>
        </pc:cxnChg>
      </pc:sldChg>
      <pc:sldChg chg="modAnim">
        <pc:chgData name="Li, Shimin" userId="942422ce-aafb-4159-93b9-d78e108d7183" providerId="ADAL" clId="{26F55F8F-3589-4CC1-A712-FE258817954E}" dt="2026-08-12T23:35:55.436" v="3838"/>
        <pc:sldMkLst>
          <pc:docMk/>
          <pc:sldMk cId="106160334" sldId="260"/>
        </pc:sldMkLst>
      </pc:sldChg>
      <pc:sldChg chg="modAnim">
        <pc:chgData name="Li, Shimin" userId="942422ce-aafb-4159-93b9-d78e108d7183" providerId="ADAL" clId="{26F55F8F-3589-4CC1-A712-FE258817954E}" dt="2026-08-13T00:06:25.602" v="3904"/>
        <pc:sldMkLst>
          <pc:docMk/>
          <pc:sldMk cId="3657195477" sldId="262"/>
        </pc:sldMkLst>
      </pc:sldChg>
      <pc:sldChg chg="modAnim">
        <pc:chgData name="Li, Shimin" userId="942422ce-aafb-4159-93b9-d78e108d7183" providerId="ADAL" clId="{26F55F8F-3589-4CC1-A712-FE258817954E}" dt="2026-08-13T00:07:28.192" v="3910"/>
        <pc:sldMkLst>
          <pc:docMk/>
          <pc:sldMk cId="1746880496" sldId="263"/>
        </pc:sldMkLst>
      </pc:sldChg>
      <pc:sldChg chg="addSp delSp modSp new mod addAnim delAnim modAnim">
        <pc:chgData name="Li, Shimin" userId="942422ce-aafb-4159-93b9-d78e108d7183" providerId="ADAL" clId="{26F55F8F-3589-4CC1-A712-FE258817954E}" dt="2026-08-12T23:43:04.313" v="3873"/>
        <pc:sldMkLst>
          <pc:docMk/>
          <pc:sldMk cId="2238834120" sldId="264"/>
        </pc:sldMkLst>
        <pc:spChg chg="add mod">
          <ac:chgData name="Li, Shimin" userId="942422ce-aafb-4159-93b9-d78e108d7183" providerId="ADAL" clId="{26F55F8F-3589-4CC1-A712-FE258817954E}" dt="2026-07-20T16:52:57.519" v="1589" actId="207"/>
          <ac:spMkLst>
            <pc:docMk/>
            <pc:sldMk cId="2238834120" sldId="264"/>
            <ac:spMk id="5" creationId="{C4702483-78E8-F652-0FB0-EF3B04EEE65A}"/>
          </ac:spMkLst>
        </pc:spChg>
        <pc:spChg chg="add mod">
          <ac:chgData name="Li, Shimin" userId="942422ce-aafb-4159-93b9-d78e108d7183" providerId="ADAL" clId="{26F55F8F-3589-4CC1-A712-FE258817954E}" dt="2026-07-20T16:52:57.519" v="1589" actId="207"/>
          <ac:spMkLst>
            <pc:docMk/>
            <pc:sldMk cId="2238834120" sldId="264"/>
            <ac:spMk id="15" creationId="{1F79F0C9-FE54-D0D8-8269-0041B529B37A}"/>
          </ac:spMkLst>
        </pc:spChg>
        <pc:spChg chg="add mod">
          <ac:chgData name="Li, Shimin" userId="942422ce-aafb-4159-93b9-d78e108d7183" providerId="ADAL" clId="{26F55F8F-3589-4CC1-A712-FE258817954E}" dt="2026-07-20T16:52:13.748" v="1584" actId="1076"/>
          <ac:spMkLst>
            <pc:docMk/>
            <pc:sldMk cId="2238834120" sldId="264"/>
            <ac:spMk id="49" creationId="{2251A208-A6A6-73A9-8B59-BA7BFC44D6BD}"/>
          </ac:spMkLst>
        </pc:spChg>
        <pc:spChg chg="add mod">
          <ac:chgData name="Li, Shimin" userId="942422ce-aafb-4159-93b9-d78e108d7183" providerId="ADAL" clId="{26F55F8F-3589-4CC1-A712-FE258817954E}" dt="2026-07-20T16:52:09.468" v="1583" actId="1076"/>
          <ac:spMkLst>
            <pc:docMk/>
            <pc:sldMk cId="2238834120" sldId="264"/>
            <ac:spMk id="53" creationId="{F5F33AB8-2AB6-759B-B76D-D6D99A8859F0}"/>
          </ac:spMkLst>
        </pc:spChg>
      </pc:sldChg>
      <pc:sldChg chg="modSp mod modAnim">
        <pc:chgData name="Li, Shimin" userId="942422ce-aafb-4159-93b9-d78e108d7183" providerId="ADAL" clId="{26F55F8F-3589-4CC1-A712-FE258817954E}" dt="2026-08-13T00:09:12.847" v="3925"/>
        <pc:sldMkLst>
          <pc:docMk/>
          <pc:sldMk cId="4251976352" sldId="265"/>
        </pc:sldMkLst>
        <pc:spChg chg="mod">
          <ac:chgData name="Li, Shimin" userId="942422ce-aafb-4159-93b9-d78e108d7183" providerId="ADAL" clId="{26F55F8F-3589-4CC1-A712-FE258817954E}" dt="2026-08-13T00:08:46.032" v="3924" actId="1076"/>
          <ac:spMkLst>
            <pc:docMk/>
            <pc:sldMk cId="4251976352" sldId="265"/>
            <ac:spMk id="8" creationId="{6899D7DE-2504-EE9F-AA4B-61FD26FD78E0}"/>
          </ac:spMkLst>
        </pc:spChg>
        <pc:spChg chg="mod">
          <ac:chgData name="Li, Shimin" userId="942422ce-aafb-4159-93b9-d78e108d7183" providerId="ADAL" clId="{26F55F8F-3589-4CC1-A712-FE258817954E}" dt="2026-08-13T00:08:10.306" v="3915" actId="1076"/>
          <ac:spMkLst>
            <pc:docMk/>
            <pc:sldMk cId="4251976352" sldId="265"/>
            <ac:spMk id="11" creationId="{185790E9-0A69-87B1-ADB3-C3D50353B656}"/>
          </ac:spMkLst>
        </pc:spChg>
      </pc:sldChg>
      <pc:sldChg chg="addSp delSp modSp new mod modAnim">
        <pc:chgData name="Li, Shimin" userId="942422ce-aafb-4159-93b9-d78e108d7183" providerId="ADAL" clId="{26F55F8F-3589-4CC1-A712-FE258817954E}" dt="2026-08-12T23:40:57.065" v="3862"/>
        <pc:sldMkLst>
          <pc:docMk/>
          <pc:sldMk cId="3339206118" sldId="266"/>
        </pc:sldMkLst>
        <pc:spChg chg="mod">
          <ac:chgData name="Li, Shimin" userId="942422ce-aafb-4159-93b9-d78e108d7183" providerId="ADAL" clId="{26F55F8F-3589-4CC1-A712-FE258817954E}" dt="2026-07-20T16:56:10.520" v="1678" actId="20577"/>
          <ac:spMkLst>
            <pc:docMk/>
            <pc:sldMk cId="3339206118" sldId="266"/>
            <ac:spMk id="2" creationId="{1CE1C73F-1A2F-40CD-85D1-9DDB23D7863E}"/>
          </ac:spMkLst>
        </pc:spChg>
        <pc:spChg chg="add mod">
          <ac:chgData name="Li, Shimin" userId="942422ce-aafb-4159-93b9-d78e108d7183" providerId="ADAL" clId="{26F55F8F-3589-4CC1-A712-FE258817954E}" dt="2026-08-12T23:39:52.632" v="3858" actId="1076"/>
          <ac:spMkLst>
            <pc:docMk/>
            <pc:sldMk cId="3339206118" sldId="266"/>
            <ac:spMk id="4" creationId="{5657BEA4-D081-8E09-6F25-BB7F0F1800CA}"/>
          </ac:spMkLst>
        </pc:spChg>
        <pc:spChg chg="add mod">
          <ac:chgData name="Li, Shimin" userId="942422ce-aafb-4159-93b9-d78e108d7183" providerId="ADAL" clId="{26F55F8F-3589-4CC1-A712-FE258817954E}" dt="2026-08-12T23:40:00.251" v="3859" actId="1076"/>
          <ac:spMkLst>
            <pc:docMk/>
            <pc:sldMk cId="3339206118" sldId="266"/>
            <ac:spMk id="5" creationId="{6426DF50-D5D8-4649-C1AC-DEBFA077C03E}"/>
          </ac:spMkLst>
        </pc:spChg>
        <pc:spChg chg="add mod">
          <ac:chgData name="Li, Shimin" userId="942422ce-aafb-4159-93b9-d78e108d7183" providerId="ADAL" clId="{26F55F8F-3589-4CC1-A712-FE258817954E}" dt="2026-08-12T23:40:00.251" v="3859" actId="1076"/>
          <ac:spMkLst>
            <pc:docMk/>
            <pc:sldMk cId="3339206118" sldId="266"/>
            <ac:spMk id="7" creationId="{77106AA0-B8CC-2437-E4DA-FA347B1796EA}"/>
          </ac:spMkLst>
        </pc:spChg>
        <pc:spChg chg="add mod">
          <ac:chgData name="Li, Shimin" userId="942422ce-aafb-4159-93b9-d78e108d7183" providerId="ADAL" clId="{26F55F8F-3589-4CC1-A712-FE258817954E}" dt="2026-08-12T23:39:52.632" v="3858" actId="1076"/>
          <ac:spMkLst>
            <pc:docMk/>
            <pc:sldMk cId="3339206118" sldId="266"/>
            <ac:spMk id="8" creationId="{49CAD172-BB1A-3679-C3A5-96E9FEF52DD0}"/>
          </ac:spMkLst>
        </pc:spChg>
        <pc:spChg chg="add mod">
          <ac:chgData name="Li, Shimin" userId="942422ce-aafb-4159-93b9-d78e108d7183" providerId="ADAL" clId="{26F55F8F-3589-4CC1-A712-FE258817954E}" dt="2026-08-12T23:40:00.251" v="3859" actId="1076"/>
          <ac:spMkLst>
            <pc:docMk/>
            <pc:sldMk cId="3339206118" sldId="266"/>
            <ac:spMk id="9" creationId="{56646526-D266-EA16-B085-F4D95BCA65BB}"/>
          </ac:spMkLst>
        </pc:spChg>
        <pc:spChg chg="add mod">
          <ac:chgData name="Li, Shimin" userId="942422ce-aafb-4159-93b9-d78e108d7183" providerId="ADAL" clId="{26F55F8F-3589-4CC1-A712-FE258817954E}" dt="2026-08-12T23:40:00.251" v="3859" actId="1076"/>
          <ac:spMkLst>
            <pc:docMk/>
            <pc:sldMk cId="3339206118" sldId="266"/>
            <ac:spMk id="11" creationId="{D28D298E-7759-6695-CA02-D331B3578465}"/>
          </ac:spMkLst>
        </pc:spChg>
        <pc:spChg chg="add mod">
          <ac:chgData name="Li, Shimin" userId="942422ce-aafb-4159-93b9-d78e108d7183" providerId="ADAL" clId="{26F55F8F-3589-4CC1-A712-FE258817954E}" dt="2026-08-12T23:39:52.632" v="3858" actId="1076"/>
          <ac:spMkLst>
            <pc:docMk/>
            <pc:sldMk cId="3339206118" sldId="266"/>
            <ac:spMk id="12" creationId="{3DFC9D23-AE5D-0627-041B-10D0B085D725}"/>
          </ac:spMkLst>
        </pc:spChg>
        <pc:spChg chg="add mod">
          <ac:chgData name="Li, Shimin" userId="942422ce-aafb-4159-93b9-d78e108d7183" providerId="ADAL" clId="{26F55F8F-3589-4CC1-A712-FE258817954E}" dt="2026-08-12T23:40:00.251" v="3859" actId="1076"/>
          <ac:spMkLst>
            <pc:docMk/>
            <pc:sldMk cId="3339206118" sldId="266"/>
            <ac:spMk id="13" creationId="{2187C366-884C-A7B9-2CBD-DF9988638C95}"/>
          </ac:spMkLst>
        </pc:spChg>
        <pc:spChg chg="add mod">
          <ac:chgData name="Li, Shimin" userId="942422ce-aafb-4159-93b9-d78e108d7183" providerId="ADAL" clId="{26F55F8F-3589-4CC1-A712-FE258817954E}" dt="2026-08-12T23:40:00.251" v="3859" actId="1076"/>
          <ac:spMkLst>
            <pc:docMk/>
            <pc:sldMk cId="3339206118" sldId="266"/>
            <ac:spMk id="15" creationId="{4FD79769-0E01-7CCB-1DAA-8953DCE451D0}"/>
          </ac:spMkLst>
        </pc:spChg>
        <pc:spChg chg="add mod">
          <ac:chgData name="Li, Shimin" userId="942422ce-aafb-4159-93b9-d78e108d7183" providerId="ADAL" clId="{26F55F8F-3589-4CC1-A712-FE258817954E}" dt="2026-08-12T23:39:52.632" v="3858" actId="1076"/>
          <ac:spMkLst>
            <pc:docMk/>
            <pc:sldMk cId="3339206118" sldId="266"/>
            <ac:spMk id="16" creationId="{93FC2378-1AB6-03FB-78FC-D26F28D4EB61}"/>
          </ac:spMkLst>
        </pc:spChg>
        <pc:spChg chg="add mod">
          <ac:chgData name="Li, Shimin" userId="942422ce-aafb-4159-93b9-d78e108d7183" providerId="ADAL" clId="{26F55F8F-3589-4CC1-A712-FE258817954E}" dt="2026-08-12T23:40:00.251" v="3859" actId="1076"/>
          <ac:spMkLst>
            <pc:docMk/>
            <pc:sldMk cId="3339206118" sldId="266"/>
            <ac:spMk id="17" creationId="{D9342808-DDF0-4B15-B727-95CE02F3FBA5}"/>
          </ac:spMkLst>
        </pc:spChg>
        <pc:spChg chg="add mod">
          <ac:chgData name="Li, Shimin" userId="942422ce-aafb-4159-93b9-d78e108d7183" providerId="ADAL" clId="{26F55F8F-3589-4CC1-A712-FE258817954E}" dt="2026-08-12T23:40:00.251" v="3859" actId="1076"/>
          <ac:spMkLst>
            <pc:docMk/>
            <pc:sldMk cId="3339206118" sldId="266"/>
            <ac:spMk id="19" creationId="{DACE897F-E0D6-CC18-7E90-C1011CAD0375}"/>
          </ac:spMkLst>
        </pc:spChg>
        <pc:spChg chg="add mod">
          <ac:chgData name="Li, Shimin" userId="942422ce-aafb-4159-93b9-d78e108d7183" providerId="ADAL" clId="{26F55F8F-3589-4CC1-A712-FE258817954E}" dt="2026-08-12T23:39:52.632" v="3858" actId="1076"/>
          <ac:spMkLst>
            <pc:docMk/>
            <pc:sldMk cId="3339206118" sldId="266"/>
            <ac:spMk id="21" creationId="{0EC65C7B-7697-24B3-E9FB-C5318C60DC47}"/>
          </ac:spMkLst>
        </pc:spChg>
        <pc:spChg chg="add mod">
          <ac:chgData name="Li, Shimin" userId="942422ce-aafb-4159-93b9-d78e108d7183" providerId="ADAL" clId="{26F55F8F-3589-4CC1-A712-FE258817954E}" dt="2026-08-12T23:39:52.632" v="3858" actId="1076"/>
          <ac:spMkLst>
            <pc:docMk/>
            <pc:sldMk cId="3339206118" sldId="266"/>
            <ac:spMk id="26" creationId="{C789AA7E-0FF5-7726-40E0-222C9F54DEBC}"/>
          </ac:spMkLst>
        </pc:spChg>
        <pc:spChg chg="add mod">
          <ac:chgData name="Li, Shimin" userId="942422ce-aafb-4159-93b9-d78e108d7183" providerId="ADAL" clId="{26F55F8F-3589-4CC1-A712-FE258817954E}" dt="2026-08-12T23:39:52.632" v="3858" actId="1076"/>
          <ac:spMkLst>
            <pc:docMk/>
            <pc:sldMk cId="3339206118" sldId="266"/>
            <ac:spMk id="29" creationId="{1ACB81B0-600C-EA25-DA79-B44E96F4328C}"/>
          </ac:spMkLst>
        </pc:spChg>
        <pc:spChg chg="add mod">
          <ac:chgData name="Li, Shimin" userId="942422ce-aafb-4159-93b9-d78e108d7183" providerId="ADAL" clId="{26F55F8F-3589-4CC1-A712-FE258817954E}" dt="2026-08-12T23:39:52.632" v="3858" actId="1076"/>
          <ac:spMkLst>
            <pc:docMk/>
            <pc:sldMk cId="3339206118" sldId="266"/>
            <ac:spMk id="33" creationId="{C3A4D3CE-2C07-6D29-A991-DD7B41FC154E}"/>
          </ac:spMkLst>
        </pc:spChg>
        <pc:cxnChg chg="add mod">
          <ac:chgData name="Li, Shimin" userId="942422ce-aafb-4159-93b9-d78e108d7183" providerId="ADAL" clId="{26F55F8F-3589-4CC1-A712-FE258817954E}" dt="2026-08-12T23:40:00.251" v="3859" actId="1076"/>
          <ac:cxnSpMkLst>
            <pc:docMk/>
            <pc:sldMk cId="3339206118" sldId="266"/>
            <ac:cxnSpMk id="20" creationId="{07C13E99-1876-0CAC-1758-F47787296B71}"/>
          </ac:cxnSpMkLst>
        </pc:cxnChg>
        <pc:cxnChg chg="add mod">
          <ac:chgData name="Li, Shimin" userId="942422ce-aafb-4159-93b9-d78e108d7183" providerId="ADAL" clId="{26F55F8F-3589-4CC1-A712-FE258817954E}" dt="2026-07-20T17:04:20.990" v="1721" actId="208"/>
          <ac:cxnSpMkLst>
            <pc:docMk/>
            <pc:sldMk cId="3339206118" sldId="266"/>
            <ac:cxnSpMk id="23" creationId="{21169278-FD31-5DD7-66E5-BA8DE4C5FB63}"/>
          </ac:cxnSpMkLst>
        </pc:cxnChg>
        <pc:cxnChg chg="add mod">
          <ac:chgData name="Li, Shimin" userId="942422ce-aafb-4159-93b9-d78e108d7183" providerId="ADAL" clId="{26F55F8F-3589-4CC1-A712-FE258817954E}" dt="2026-07-20T17:02:25.049" v="1708" actId="14100"/>
          <ac:cxnSpMkLst>
            <pc:docMk/>
            <pc:sldMk cId="3339206118" sldId="266"/>
            <ac:cxnSpMk id="24" creationId="{CEACB7CA-5D25-861C-D337-1E5D8A6AFF91}"/>
          </ac:cxnSpMkLst>
        </pc:cxnChg>
        <pc:cxnChg chg="add mod">
          <ac:chgData name="Li, Shimin" userId="942422ce-aafb-4159-93b9-d78e108d7183" providerId="ADAL" clId="{26F55F8F-3589-4CC1-A712-FE258817954E}" dt="2026-07-20T17:02:30.306" v="1709" actId="1076"/>
          <ac:cxnSpMkLst>
            <pc:docMk/>
            <pc:sldMk cId="3339206118" sldId="266"/>
            <ac:cxnSpMk id="25" creationId="{62CA3A53-1414-DB45-74CF-C1C64F18EF75}"/>
          </ac:cxnSpMkLst>
        </pc:cxnChg>
        <pc:cxnChg chg="add mod">
          <ac:chgData name="Li, Shimin" userId="942422ce-aafb-4159-93b9-d78e108d7183" providerId="ADAL" clId="{26F55F8F-3589-4CC1-A712-FE258817954E}" dt="2026-07-20T17:02:45.764" v="1711" actId="14100"/>
          <ac:cxnSpMkLst>
            <pc:docMk/>
            <pc:sldMk cId="3339206118" sldId="266"/>
            <ac:cxnSpMk id="27" creationId="{F015AA0F-E81A-4564-917F-17E10B29206E}"/>
          </ac:cxnSpMkLst>
        </pc:cxnChg>
        <pc:cxnChg chg="add mod">
          <ac:chgData name="Li, Shimin" userId="942422ce-aafb-4159-93b9-d78e108d7183" providerId="ADAL" clId="{26F55F8F-3589-4CC1-A712-FE258817954E}" dt="2026-07-20T17:03:03.920" v="1715" actId="1076"/>
          <ac:cxnSpMkLst>
            <pc:docMk/>
            <pc:sldMk cId="3339206118" sldId="266"/>
            <ac:cxnSpMk id="30" creationId="{514742B0-3EC1-66B3-1BA6-A393B67BFC30}"/>
          </ac:cxnSpMkLst>
        </pc:cxnChg>
        <pc:cxnChg chg="add mod">
          <ac:chgData name="Li, Shimin" userId="942422ce-aafb-4159-93b9-d78e108d7183" providerId="ADAL" clId="{26F55F8F-3589-4CC1-A712-FE258817954E}" dt="2026-08-12T23:40:00.251" v="3859" actId="1076"/>
          <ac:cxnSpMkLst>
            <pc:docMk/>
            <pc:sldMk cId="3339206118" sldId="266"/>
            <ac:cxnSpMk id="32" creationId="{0CD235D8-F784-DEBC-C967-D5C98EC2ACF5}"/>
          </ac:cxnSpMkLst>
        </pc:cxnChg>
        <pc:cxnChg chg="add mod">
          <ac:chgData name="Li, Shimin" userId="942422ce-aafb-4159-93b9-d78e108d7183" providerId="ADAL" clId="{26F55F8F-3589-4CC1-A712-FE258817954E}" dt="2026-07-20T17:03:38.243" v="1720" actId="1076"/>
          <ac:cxnSpMkLst>
            <pc:docMk/>
            <pc:sldMk cId="3339206118" sldId="266"/>
            <ac:cxnSpMk id="34" creationId="{856CE8AD-9913-CA4F-ACA2-09021EAF2746}"/>
          </ac:cxnSpMkLst>
        </pc:cxnChg>
      </pc:sldChg>
      <pc:sldChg chg="addSp delSp modSp new mod modAnim">
        <pc:chgData name="Li, Shimin" userId="942422ce-aafb-4159-93b9-d78e108d7183" providerId="ADAL" clId="{26F55F8F-3589-4CC1-A712-FE258817954E}" dt="2026-08-12T23:43:32.188" v="3874"/>
        <pc:sldMkLst>
          <pc:docMk/>
          <pc:sldMk cId="1786218638" sldId="267"/>
        </pc:sldMkLst>
        <pc:spChg chg="mod">
          <ac:chgData name="Li, Shimin" userId="942422ce-aafb-4159-93b9-d78e108d7183" providerId="ADAL" clId="{26F55F8F-3589-4CC1-A712-FE258817954E}" dt="2026-07-20T17:05:39.893" v="1746" actId="20577"/>
          <ac:spMkLst>
            <pc:docMk/>
            <pc:sldMk cId="1786218638" sldId="267"/>
            <ac:spMk id="2" creationId="{6AF9A1F4-7B2C-864B-E8FC-8C725CC0D34A}"/>
          </ac:spMkLst>
        </pc:spChg>
        <pc:spChg chg="mod">
          <ac:chgData name="Li, Shimin" userId="942422ce-aafb-4159-93b9-d78e108d7183" providerId="ADAL" clId="{26F55F8F-3589-4CC1-A712-FE258817954E}" dt="2026-07-20T17:28:55.958" v="2306" actId="14100"/>
          <ac:spMkLst>
            <pc:docMk/>
            <pc:sldMk cId="1786218638" sldId="267"/>
            <ac:spMk id="3" creationId="{F6365D5C-5468-7C8F-AB21-CA9C468F3FCF}"/>
          </ac:spMkLst>
        </pc:spChg>
        <pc:spChg chg="add mod">
          <ac:chgData name="Li, Shimin" userId="942422ce-aafb-4159-93b9-d78e108d7183" providerId="ADAL" clId="{26F55F8F-3589-4CC1-A712-FE258817954E}" dt="2026-07-20T17:29:13.144" v="2308" actId="1076"/>
          <ac:spMkLst>
            <pc:docMk/>
            <pc:sldMk cId="1786218638" sldId="267"/>
            <ac:spMk id="5" creationId="{92C75C12-13C1-8E6C-3D5C-B842C18B28A8}"/>
          </ac:spMkLst>
        </pc:spChg>
        <pc:spChg chg="add mod">
          <ac:chgData name="Li, Shimin" userId="942422ce-aafb-4159-93b9-d78e108d7183" providerId="ADAL" clId="{26F55F8F-3589-4CC1-A712-FE258817954E}" dt="2026-07-20T17:29:56.195" v="2318" actId="255"/>
          <ac:spMkLst>
            <pc:docMk/>
            <pc:sldMk cId="1786218638" sldId="267"/>
            <ac:spMk id="8" creationId="{D9A18F21-A00D-1A05-6639-18BF7951BA65}"/>
          </ac:spMkLst>
        </pc:spChg>
        <pc:spChg chg="add mod">
          <ac:chgData name="Li, Shimin" userId="942422ce-aafb-4159-93b9-d78e108d7183" providerId="ADAL" clId="{26F55F8F-3589-4CC1-A712-FE258817954E}" dt="2026-07-20T17:30:33.043" v="2324" actId="1076"/>
          <ac:spMkLst>
            <pc:docMk/>
            <pc:sldMk cId="1786218638" sldId="267"/>
            <ac:spMk id="10" creationId="{3737C508-AA6F-F277-4A46-2FAB0EDA8FA6}"/>
          </ac:spMkLst>
        </pc:spChg>
      </pc:sldChg>
      <pc:sldChg chg="addSp delSp modSp new mod modAnim">
        <pc:chgData name="Li, Shimin" userId="942422ce-aafb-4159-93b9-d78e108d7183" providerId="ADAL" clId="{26F55F8F-3589-4CC1-A712-FE258817954E}" dt="2026-08-12T23:44:28.592" v="3878"/>
        <pc:sldMkLst>
          <pc:docMk/>
          <pc:sldMk cId="946767392" sldId="268"/>
        </pc:sldMkLst>
        <pc:spChg chg="mod">
          <ac:chgData name="Li, Shimin" userId="942422ce-aafb-4159-93b9-d78e108d7183" providerId="ADAL" clId="{26F55F8F-3589-4CC1-A712-FE258817954E}" dt="2026-07-20T17:39:51.760" v="2388"/>
          <ac:spMkLst>
            <pc:docMk/>
            <pc:sldMk cId="946767392" sldId="268"/>
            <ac:spMk id="2" creationId="{07AEDCEE-B12F-DE73-3359-6D8C899DB612}"/>
          </ac:spMkLst>
        </pc:spChg>
        <pc:spChg chg="add mod">
          <ac:chgData name="Li, Shimin" userId="942422ce-aafb-4159-93b9-d78e108d7183" providerId="ADAL" clId="{26F55F8F-3589-4CC1-A712-FE258817954E}" dt="2026-07-20T17:37:55.799" v="2366" actId="1076"/>
          <ac:spMkLst>
            <pc:docMk/>
            <pc:sldMk cId="946767392" sldId="268"/>
            <ac:spMk id="5" creationId="{E0E202EA-01A3-E519-0834-F52EE56ED63A}"/>
          </ac:spMkLst>
        </pc:spChg>
        <pc:spChg chg="add mod">
          <ac:chgData name="Li, Shimin" userId="942422ce-aafb-4159-93b9-d78e108d7183" providerId="ADAL" clId="{26F55F8F-3589-4CC1-A712-FE258817954E}" dt="2026-07-20T17:37:55.799" v="2366" actId="1076"/>
          <ac:spMkLst>
            <pc:docMk/>
            <pc:sldMk cId="946767392" sldId="268"/>
            <ac:spMk id="7" creationId="{FBC8CFB9-776F-AE7F-346B-B7998D3B17AB}"/>
          </ac:spMkLst>
        </pc:spChg>
        <pc:spChg chg="add mod">
          <ac:chgData name="Li, Shimin" userId="942422ce-aafb-4159-93b9-d78e108d7183" providerId="ADAL" clId="{26F55F8F-3589-4CC1-A712-FE258817954E}" dt="2026-07-20T17:38:01.448" v="2368" actId="1076"/>
          <ac:spMkLst>
            <pc:docMk/>
            <pc:sldMk cId="946767392" sldId="268"/>
            <ac:spMk id="9" creationId="{5928329C-99E0-9BA9-3AF7-AAC94DCB3630}"/>
          </ac:spMkLst>
        </pc:spChg>
        <pc:spChg chg="add mod">
          <ac:chgData name="Li, Shimin" userId="942422ce-aafb-4159-93b9-d78e108d7183" providerId="ADAL" clId="{26F55F8F-3589-4CC1-A712-FE258817954E}" dt="2026-07-20T17:42:03.385" v="2409" actId="207"/>
          <ac:spMkLst>
            <pc:docMk/>
            <pc:sldMk cId="946767392" sldId="268"/>
            <ac:spMk id="11" creationId="{144AD8C8-E56B-212A-BCB6-EDA5ADF5844B}"/>
          </ac:spMkLst>
        </pc:spChg>
        <pc:spChg chg="add mod">
          <ac:chgData name="Li, Shimin" userId="942422ce-aafb-4159-93b9-d78e108d7183" providerId="ADAL" clId="{26F55F8F-3589-4CC1-A712-FE258817954E}" dt="2026-07-20T17:39:05.591" v="2377" actId="1076"/>
          <ac:spMkLst>
            <pc:docMk/>
            <pc:sldMk cId="946767392" sldId="268"/>
            <ac:spMk id="13" creationId="{A96CDAD5-CC2D-F567-2941-D5EA6DE1E868}"/>
          </ac:spMkLst>
        </pc:spChg>
        <pc:spChg chg="add mod">
          <ac:chgData name="Li, Shimin" userId="942422ce-aafb-4159-93b9-d78e108d7183" providerId="ADAL" clId="{26F55F8F-3589-4CC1-A712-FE258817954E}" dt="2026-07-20T17:38:38.190" v="2373" actId="1076"/>
          <ac:spMkLst>
            <pc:docMk/>
            <pc:sldMk cId="946767392" sldId="268"/>
            <ac:spMk id="15" creationId="{40305921-EB2F-EDD7-B8AC-C5C8D8A21A52}"/>
          </ac:spMkLst>
        </pc:spChg>
        <pc:spChg chg="add mod">
          <ac:chgData name="Li, Shimin" userId="942422ce-aafb-4159-93b9-d78e108d7183" providerId="ADAL" clId="{26F55F8F-3589-4CC1-A712-FE258817954E}" dt="2026-07-20T17:39:23.438" v="2382" actId="1076"/>
          <ac:spMkLst>
            <pc:docMk/>
            <pc:sldMk cId="946767392" sldId="268"/>
            <ac:spMk id="17" creationId="{9B84AF4B-C606-6615-D3A6-8A9E06DF332A}"/>
          </ac:spMkLst>
        </pc:spChg>
        <pc:spChg chg="add mod">
          <ac:chgData name="Li, Shimin" userId="942422ce-aafb-4159-93b9-d78e108d7183" providerId="ADAL" clId="{26F55F8F-3589-4CC1-A712-FE258817954E}" dt="2026-07-20T17:41:14.332" v="2404" actId="1076"/>
          <ac:spMkLst>
            <pc:docMk/>
            <pc:sldMk cId="946767392" sldId="268"/>
            <ac:spMk id="21" creationId="{8995E2C3-BCD3-73DF-FB87-34F0F1766057}"/>
          </ac:spMkLst>
        </pc:spChg>
        <pc:spChg chg="add mod">
          <ac:chgData name="Li, Shimin" userId="942422ce-aafb-4159-93b9-d78e108d7183" providerId="ADAL" clId="{26F55F8F-3589-4CC1-A712-FE258817954E}" dt="2026-07-20T17:40:55.634" v="2399" actId="14100"/>
          <ac:spMkLst>
            <pc:docMk/>
            <pc:sldMk cId="946767392" sldId="268"/>
            <ac:spMk id="22" creationId="{EE5C49AB-96BA-5C9A-42FF-FD8754A7B312}"/>
          </ac:spMkLst>
        </pc:spChg>
        <pc:spChg chg="add mod">
          <ac:chgData name="Li, Shimin" userId="942422ce-aafb-4159-93b9-d78e108d7183" providerId="ADAL" clId="{26F55F8F-3589-4CC1-A712-FE258817954E}" dt="2026-07-20T17:41:37.521" v="2408" actId="20577"/>
          <ac:spMkLst>
            <pc:docMk/>
            <pc:sldMk cId="946767392" sldId="268"/>
            <ac:spMk id="24" creationId="{9C1F7D42-D05A-EDF1-A3A8-C65EA44F4132}"/>
          </ac:spMkLst>
        </pc:spChg>
      </pc:sldChg>
      <pc:sldChg chg="addSp delSp modSp add mod addAnim delAnim modAnim">
        <pc:chgData name="Li, Shimin" userId="942422ce-aafb-4159-93b9-d78e108d7183" providerId="ADAL" clId="{26F55F8F-3589-4CC1-A712-FE258817954E}" dt="2026-08-12T23:47:12.346" v="3891"/>
        <pc:sldMkLst>
          <pc:docMk/>
          <pc:sldMk cId="3271510095" sldId="269"/>
        </pc:sldMkLst>
        <pc:spChg chg="mod">
          <ac:chgData name="Li, Shimin" userId="942422ce-aafb-4159-93b9-d78e108d7183" providerId="ADAL" clId="{26F55F8F-3589-4CC1-A712-FE258817954E}" dt="2026-07-20T17:44:53.489" v="2424" actId="20577"/>
          <ac:spMkLst>
            <pc:docMk/>
            <pc:sldMk cId="3271510095" sldId="269"/>
            <ac:spMk id="2" creationId="{73849E22-DB15-EA78-6112-2E7A80864321}"/>
          </ac:spMkLst>
        </pc:spChg>
        <pc:spChg chg="add mod">
          <ac:chgData name="Li, Shimin" userId="942422ce-aafb-4159-93b9-d78e108d7183" providerId="ADAL" clId="{26F55F8F-3589-4CC1-A712-FE258817954E}" dt="2026-07-20T17:46:58.546" v="2488" actId="1076"/>
          <ac:spMkLst>
            <pc:docMk/>
            <pc:sldMk cId="3271510095" sldId="269"/>
            <ac:spMk id="4" creationId="{3FA94A9A-64F0-FE26-B328-7AD515FAC112}"/>
          </ac:spMkLst>
        </pc:spChg>
        <pc:spChg chg="mod">
          <ac:chgData name="Li, Shimin" userId="942422ce-aafb-4159-93b9-d78e108d7183" providerId="ADAL" clId="{26F55F8F-3589-4CC1-A712-FE258817954E}" dt="2026-07-20T17:47:10.661" v="2489" actId="1076"/>
          <ac:spMkLst>
            <pc:docMk/>
            <pc:sldMk cId="3271510095" sldId="269"/>
            <ac:spMk id="5" creationId="{F36F9099-1474-80E0-F302-106589FD4532}"/>
          </ac:spMkLst>
        </pc:spChg>
        <pc:spChg chg="mod">
          <ac:chgData name="Li, Shimin" userId="942422ce-aafb-4159-93b9-d78e108d7183" providerId="ADAL" clId="{26F55F8F-3589-4CC1-A712-FE258817954E}" dt="2026-07-20T17:47:10.661" v="2489" actId="1076"/>
          <ac:spMkLst>
            <pc:docMk/>
            <pc:sldMk cId="3271510095" sldId="269"/>
            <ac:spMk id="7" creationId="{9ED051F0-071E-3FA0-7CAA-AEC43C20C0F7}"/>
          </ac:spMkLst>
        </pc:spChg>
        <pc:spChg chg="add mod">
          <ac:chgData name="Li, Shimin" userId="942422ce-aafb-4159-93b9-d78e108d7183" providerId="ADAL" clId="{26F55F8F-3589-4CC1-A712-FE258817954E}" dt="2026-07-20T17:48:10.051" v="2495" actId="1076"/>
          <ac:spMkLst>
            <pc:docMk/>
            <pc:sldMk cId="3271510095" sldId="269"/>
            <ac:spMk id="8" creationId="{65DAC7A6-C23C-3F31-22A3-E3047D09B253}"/>
          </ac:spMkLst>
        </pc:spChg>
        <pc:spChg chg="mod">
          <ac:chgData name="Li, Shimin" userId="942422ce-aafb-4159-93b9-d78e108d7183" providerId="ADAL" clId="{26F55F8F-3589-4CC1-A712-FE258817954E}" dt="2026-07-20T17:47:10.661" v="2489" actId="1076"/>
          <ac:spMkLst>
            <pc:docMk/>
            <pc:sldMk cId="3271510095" sldId="269"/>
            <ac:spMk id="9" creationId="{784921F8-7E0D-99BA-8BDC-ECD308E66CD8}"/>
          </ac:spMkLst>
        </pc:spChg>
        <pc:spChg chg="mod">
          <ac:chgData name="Li, Shimin" userId="942422ce-aafb-4159-93b9-d78e108d7183" providerId="ADAL" clId="{26F55F8F-3589-4CC1-A712-FE258817954E}" dt="2026-07-20T17:47:36.938" v="2493" actId="1076"/>
          <ac:spMkLst>
            <pc:docMk/>
            <pc:sldMk cId="3271510095" sldId="269"/>
            <ac:spMk id="11" creationId="{711C1A3B-1D92-2C95-DF02-269E15507778}"/>
          </ac:spMkLst>
        </pc:spChg>
        <pc:spChg chg="mod">
          <ac:chgData name="Li, Shimin" userId="942422ce-aafb-4159-93b9-d78e108d7183" providerId="ADAL" clId="{26F55F8F-3589-4CC1-A712-FE258817954E}" dt="2026-07-20T17:47:36.938" v="2493" actId="1076"/>
          <ac:spMkLst>
            <pc:docMk/>
            <pc:sldMk cId="3271510095" sldId="269"/>
            <ac:spMk id="13" creationId="{8EACB3FA-6AE3-5C91-BFCE-F8E5181EF007}"/>
          </ac:spMkLst>
        </pc:spChg>
        <pc:spChg chg="mod">
          <ac:chgData name="Li, Shimin" userId="942422ce-aafb-4159-93b9-d78e108d7183" providerId="ADAL" clId="{26F55F8F-3589-4CC1-A712-FE258817954E}" dt="2026-07-20T17:47:10.661" v="2489" actId="1076"/>
          <ac:spMkLst>
            <pc:docMk/>
            <pc:sldMk cId="3271510095" sldId="269"/>
            <ac:spMk id="15" creationId="{9B9547C7-58B6-0C17-2FD4-431663F551D9}"/>
          </ac:spMkLst>
        </pc:spChg>
        <pc:spChg chg="mod">
          <ac:chgData name="Li, Shimin" userId="942422ce-aafb-4159-93b9-d78e108d7183" providerId="ADAL" clId="{26F55F8F-3589-4CC1-A712-FE258817954E}" dt="2026-07-20T17:47:10.661" v="2489" actId="1076"/>
          <ac:spMkLst>
            <pc:docMk/>
            <pc:sldMk cId="3271510095" sldId="269"/>
            <ac:spMk id="17" creationId="{068C9BC5-E036-BCD6-17DF-90FC22BC8A60}"/>
          </ac:spMkLst>
        </pc:spChg>
        <pc:spChg chg="add mod">
          <ac:chgData name="Li, Shimin" userId="942422ce-aafb-4159-93b9-d78e108d7183" providerId="ADAL" clId="{26F55F8F-3589-4CC1-A712-FE258817954E}" dt="2026-07-20T17:50:35.610" v="2501" actId="1076"/>
          <ac:spMkLst>
            <pc:docMk/>
            <pc:sldMk cId="3271510095" sldId="269"/>
            <ac:spMk id="18" creationId="{339DF8C3-B91F-7194-DE0B-ABF54B974807}"/>
          </ac:spMkLst>
        </pc:spChg>
        <pc:cxnChg chg="add mod">
          <ac:chgData name="Li, Shimin" userId="942422ce-aafb-4159-93b9-d78e108d7183" providerId="ADAL" clId="{26F55F8F-3589-4CC1-A712-FE258817954E}" dt="2026-07-20T17:50:06.316" v="2499" actId="14100"/>
          <ac:cxnSpMkLst>
            <pc:docMk/>
            <pc:sldMk cId="3271510095" sldId="269"/>
            <ac:cxnSpMk id="10" creationId="{9F1672E2-A9C8-4056-F369-96C5AF5AAEC1}"/>
          </ac:cxnSpMkLst>
        </pc:cxnChg>
      </pc:sldChg>
      <pc:sldChg chg="delSp modSp add mod addAnim delAnim modAnim">
        <pc:chgData name="Li, Shimin" userId="942422ce-aafb-4159-93b9-d78e108d7183" providerId="ADAL" clId="{26F55F8F-3589-4CC1-A712-FE258817954E}" dt="2026-08-12T23:51:15.078" v="3899"/>
        <pc:sldMkLst>
          <pc:docMk/>
          <pc:sldMk cId="2101927233" sldId="270"/>
        </pc:sldMkLst>
        <pc:spChg chg="mod">
          <ac:chgData name="Li, Shimin" userId="942422ce-aafb-4159-93b9-d78e108d7183" providerId="ADAL" clId="{26F55F8F-3589-4CC1-A712-FE258817954E}" dt="2026-07-20T17:51:41.863" v="2506" actId="20577"/>
          <ac:spMkLst>
            <pc:docMk/>
            <pc:sldMk cId="2101927233" sldId="270"/>
            <ac:spMk id="2" creationId="{79FBB95B-A33B-AEF8-CF8B-6D3B80885D3C}"/>
          </ac:spMkLst>
        </pc:spChg>
        <pc:spChg chg="mod">
          <ac:chgData name="Li, Shimin" userId="942422ce-aafb-4159-93b9-d78e108d7183" providerId="ADAL" clId="{26F55F8F-3589-4CC1-A712-FE258817954E}" dt="2026-07-20T17:52:06.798" v="2509" actId="1076"/>
          <ac:spMkLst>
            <pc:docMk/>
            <pc:sldMk cId="2101927233" sldId="270"/>
            <ac:spMk id="5" creationId="{939F50F6-0C28-BD26-1DD3-D7A5B152726F}"/>
          </ac:spMkLst>
        </pc:spChg>
        <pc:spChg chg="mod">
          <ac:chgData name="Li, Shimin" userId="942422ce-aafb-4159-93b9-d78e108d7183" providerId="ADAL" clId="{26F55F8F-3589-4CC1-A712-FE258817954E}" dt="2026-07-20T17:52:06.798" v="2509" actId="1076"/>
          <ac:spMkLst>
            <pc:docMk/>
            <pc:sldMk cId="2101927233" sldId="270"/>
            <ac:spMk id="7" creationId="{ECE296EB-BAF9-10D3-F124-587917960A72}"/>
          </ac:spMkLst>
        </pc:spChg>
        <pc:spChg chg="mod">
          <ac:chgData name="Li, Shimin" userId="942422ce-aafb-4159-93b9-d78e108d7183" providerId="ADAL" clId="{26F55F8F-3589-4CC1-A712-FE258817954E}" dt="2026-07-20T17:52:06.798" v="2509" actId="1076"/>
          <ac:spMkLst>
            <pc:docMk/>
            <pc:sldMk cId="2101927233" sldId="270"/>
            <ac:spMk id="8" creationId="{3DF2283F-802F-93B4-D5CD-E53F88E28575}"/>
          </ac:spMkLst>
        </pc:spChg>
        <pc:spChg chg="mod">
          <ac:chgData name="Li, Shimin" userId="942422ce-aafb-4159-93b9-d78e108d7183" providerId="ADAL" clId="{26F55F8F-3589-4CC1-A712-FE258817954E}" dt="2026-07-20T17:52:06.798" v="2509" actId="1076"/>
          <ac:spMkLst>
            <pc:docMk/>
            <pc:sldMk cId="2101927233" sldId="270"/>
            <ac:spMk id="9" creationId="{C2BC01CA-E3A6-F3CE-0002-D40B1B393501}"/>
          </ac:spMkLst>
        </pc:spChg>
        <pc:spChg chg="mod">
          <ac:chgData name="Li, Shimin" userId="942422ce-aafb-4159-93b9-d78e108d7183" providerId="ADAL" clId="{26F55F8F-3589-4CC1-A712-FE258817954E}" dt="2026-07-20T17:52:06.798" v="2509" actId="1076"/>
          <ac:spMkLst>
            <pc:docMk/>
            <pc:sldMk cId="2101927233" sldId="270"/>
            <ac:spMk id="11" creationId="{EC383EFF-DCD2-006F-861F-B571F32D529A}"/>
          </ac:spMkLst>
        </pc:spChg>
        <pc:spChg chg="mod">
          <ac:chgData name="Li, Shimin" userId="942422ce-aafb-4159-93b9-d78e108d7183" providerId="ADAL" clId="{26F55F8F-3589-4CC1-A712-FE258817954E}" dt="2026-07-20T17:52:06.798" v="2509" actId="1076"/>
          <ac:spMkLst>
            <pc:docMk/>
            <pc:sldMk cId="2101927233" sldId="270"/>
            <ac:spMk id="13" creationId="{64ABE932-BF23-7949-F665-EAEE9537A61F}"/>
          </ac:spMkLst>
        </pc:spChg>
        <pc:spChg chg="mod">
          <ac:chgData name="Li, Shimin" userId="942422ce-aafb-4159-93b9-d78e108d7183" providerId="ADAL" clId="{26F55F8F-3589-4CC1-A712-FE258817954E}" dt="2026-07-20T17:52:06.798" v="2509" actId="1076"/>
          <ac:spMkLst>
            <pc:docMk/>
            <pc:sldMk cId="2101927233" sldId="270"/>
            <ac:spMk id="15" creationId="{80F02358-D434-D092-CFEE-E91D3D25E525}"/>
          </ac:spMkLst>
        </pc:spChg>
        <pc:spChg chg="mod">
          <ac:chgData name="Li, Shimin" userId="942422ce-aafb-4159-93b9-d78e108d7183" providerId="ADAL" clId="{26F55F8F-3589-4CC1-A712-FE258817954E}" dt="2026-07-20T17:52:06.798" v="2509" actId="1076"/>
          <ac:spMkLst>
            <pc:docMk/>
            <pc:sldMk cId="2101927233" sldId="270"/>
            <ac:spMk id="17" creationId="{D0D6EF89-381C-9E5D-A977-1A88E91A2772}"/>
          </ac:spMkLst>
        </pc:spChg>
        <pc:spChg chg="mod">
          <ac:chgData name="Li, Shimin" userId="942422ce-aafb-4159-93b9-d78e108d7183" providerId="ADAL" clId="{26F55F8F-3589-4CC1-A712-FE258817954E}" dt="2026-07-20T17:52:06.798" v="2509" actId="1076"/>
          <ac:spMkLst>
            <pc:docMk/>
            <pc:sldMk cId="2101927233" sldId="270"/>
            <ac:spMk id="18" creationId="{12F6123F-7284-0266-C6E6-E0F9B2B0032E}"/>
          </ac:spMkLst>
        </pc:spChg>
        <pc:cxnChg chg="mod">
          <ac:chgData name="Li, Shimin" userId="942422ce-aafb-4159-93b9-d78e108d7183" providerId="ADAL" clId="{26F55F8F-3589-4CC1-A712-FE258817954E}" dt="2026-07-20T17:52:17.863" v="2510" actId="208"/>
          <ac:cxnSpMkLst>
            <pc:docMk/>
            <pc:sldMk cId="2101927233" sldId="270"/>
            <ac:cxnSpMk id="10" creationId="{539EFF40-3F2E-56F9-B178-7D2D577C840D}"/>
          </ac:cxnSpMkLst>
        </pc:cxnChg>
      </pc:sldChg>
      <pc:sldChg chg="addSp delSp modSp new mod">
        <pc:chgData name="Li, Shimin" userId="942422ce-aafb-4159-93b9-d78e108d7183" providerId="ADAL" clId="{26F55F8F-3589-4CC1-A712-FE258817954E}" dt="2026-07-26T17:10:41.010" v="2817" actId="1076"/>
        <pc:sldMkLst>
          <pc:docMk/>
          <pc:sldMk cId="1185527519" sldId="271"/>
        </pc:sldMkLst>
        <pc:spChg chg="mod">
          <ac:chgData name="Li, Shimin" userId="942422ce-aafb-4159-93b9-d78e108d7183" providerId="ADAL" clId="{26F55F8F-3589-4CC1-A712-FE258817954E}" dt="2026-07-26T16:56:36.699" v="2789"/>
          <ac:spMkLst>
            <pc:docMk/>
            <pc:sldMk cId="1185527519" sldId="271"/>
            <ac:spMk id="2" creationId="{F1F740D2-2655-C00C-1EA6-1104E7F6090B}"/>
          </ac:spMkLst>
        </pc:spChg>
        <pc:spChg chg="add mod">
          <ac:chgData name="Li, Shimin" userId="942422ce-aafb-4159-93b9-d78e108d7183" providerId="ADAL" clId="{26F55F8F-3589-4CC1-A712-FE258817954E}" dt="2026-07-26T17:07:52.575" v="2797" actId="1076"/>
          <ac:spMkLst>
            <pc:docMk/>
            <pc:sldMk cId="1185527519" sldId="271"/>
            <ac:spMk id="5" creationId="{BF538AF5-3856-775F-DBFE-F6C57D35551B}"/>
          </ac:spMkLst>
        </pc:spChg>
        <pc:spChg chg="add mod">
          <ac:chgData name="Li, Shimin" userId="942422ce-aafb-4159-93b9-d78e108d7183" providerId="ADAL" clId="{26F55F8F-3589-4CC1-A712-FE258817954E}" dt="2026-07-26T17:07:52.575" v="2797" actId="1076"/>
          <ac:spMkLst>
            <pc:docMk/>
            <pc:sldMk cId="1185527519" sldId="271"/>
            <ac:spMk id="7" creationId="{7DB8BC79-84A6-86E6-11C8-3B173B0CA50F}"/>
          </ac:spMkLst>
        </pc:spChg>
        <pc:spChg chg="add mod">
          <ac:chgData name="Li, Shimin" userId="942422ce-aafb-4159-93b9-d78e108d7183" providerId="ADAL" clId="{26F55F8F-3589-4CC1-A712-FE258817954E}" dt="2026-07-26T17:10:15.730" v="2815" actId="1076"/>
          <ac:spMkLst>
            <pc:docMk/>
            <pc:sldMk cId="1185527519" sldId="271"/>
            <ac:spMk id="9" creationId="{72B608C2-9C14-2B0B-1F3A-C03AAB2D5AB0}"/>
          </ac:spMkLst>
        </pc:spChg>
        <pc:spChg chg="add mod">
          <ac:chgData name="Li, Shimin" userId="942422ce-aafb-4159-93b9-d78e108d7183" providerId="ADAL" clId="{26F55F8F-3589-4CC1-A712-FE258817954E}" dt="2026-07-26T17:10:15.730" v="2815" actId="1076"/>
          <ac:spMkLst>
            <pc:docMk/>
            <pc:sldMk cId="1185527519" sldId="271"/>
            <ac:spMk id="11" creationId="{C626FB0B-EB81-FC1D-EE13-4C78C273040D}"/>
          </ac:spMkLst>
        </pc:spChg>
        <pc:spChg chg="add mod">
          <ac:chgData name="Li, Shimin" userId="942422ce-aafb-4159-93b9-d78e108d7183" providerId="ADAL" clId="{26F55F8F-3589-4CC1-A712-FE258817954E}" dt="2026-07-26T17:09:48.984" v="2813" actId="207"/>
          <ac:spMkLst>
            <pc:docMk/>
            <pc:sldMk cId="1185527519" sldId="271"/>
            <ac:spMk id="17" creationId="{B32D6E4E-D041-0BE5-550D-8CDAD6979C90}"/>
          </ac:spMkLst>
        </pc:spChg>
        <pc:spChg chg="add mod">
          <ac:chgData name="Li, Shimin" userId="942422ce-aafb-4159-93b9-d78e108d7183" providerId="ADAL" clId="{26F55F8F-3589-4CC1-A712-FE258817954E}" dt="2026-07-26T17:10:15.730" v="2815" actId="1076"/>
          <ac:spMkLst>
            <pc:docMk/>
            <pc:sldMk cId="1185527519" sldId="271"/>
            <ac:spMk id="19" creationId="{4F858E30-646F-086A-4EBB-F33B85759D04}"/>
          </ac:spMkLst>
        </pc:spChg>
        <pc:spChg chg="add mod">
          <ac:chgData name="Li, Shimin" userId="942422ce-aafb-4159-93b9-d78e108d7183" providerId="ADAL" clId="{26F55F8F-3589-4CC1-A712-FE258817954E}" dt="2026-07-26T17:10:41.010" v="2817" actId="1076"/>
          <ac:spMkLst>
            <pc:docMk/>
            <pc:sldMk cId="1185527519" sldId="271"/>
            <ac:spMk id="21" creationId="{AD7352CC-AAF9-5487-0111-6EE0439F241C}"/>
          </ac:spMkLst>
        </pc:spChg>
        <pc:cxnChg chg="add mod">
          <ac:chgData name="Li, Shimin" userId="942422ce-aafb-4159-93b9-d78e108d7183" providerId="ADAL" clId="{26F55F8F-3589-4CC1-A712-FE258817954E}" dt="2026-07-26T17:08:44.059" v="2802" actId="14100"/>
          <ac:cxnSpMkLst>
            <pc:docMk/>
            <pc:sldMk cId="1185527519" sldId="271"/>
            <ac:cxnSpMk id="13" creationId="{B3CADE3C-5D7F-1457-965B-92C55985A49A}"/>
          </ac:cxnSpMkLst>
        </pc:cxnChg>
        <pc:cxnChg chg="add mod">
          <ac:chgData name="Li, Shimin" userId="942422ce-aafb-4159-93b9-d78e108d7183" providerId="ADAL" clId="{26F55F8F-3589-4CC1-A712-FE258817954E}" dt="2026-07-26T17:10:15.730" v="2815" actId="1076"/>
          <ac:cxnSpMkLst>
            <pc:docMk/>
            <pc:sldMk cId="1185527519" sldId="271"/>
            <ac:cxnSpMk id="15" creationId="{7C52EB30-753F-7AFC-8C33-B26DD797D248}"/>
          </ac:cxnSpMkLst>
        </pc:cxnChg>
      </pc:sldChg>
      <pc:sldChg chg="addSp delSp modSp add mod modAnim">
        <pc:chgData name="Li, Shimin" userId="942422ce-aafb-4159-93b9-d78e108d7183" providerId="ADAL" clId="{26F55F8F-3589-4CC1-A712-FE258817954E}" dt="2026-08-12T23:56:42.032" v="3901"/>
        <pc:sldMkLst>
          <pc:docMk/>
          <pc:sldMk cId="4130372078" sldId="272"/>
        </pc:sldMkLst>
        <pc:spChg chg="mod">
          <ac:chgData name="Li, Shimin" userId="942422ce-aafb-4159-93b9-d78e108d7183" providerId="ADAL" clId="{26F55F8F-3589-4CC1-A712-FE258817954E}" dt="2026-07-20T17:57:02.219" v="2552" actId="20577"/>
          <ac:spMkLst>
            <pc:docMk/>
            <pc:sldMk cId="4130372078" sldId="272"/>
            <ac:spMk id="2" creationId="{7175B357-3F37-7FBC-5066-69FECA8AF476}"/>
          </ac:spMkLst>
        </pc:spChg>
        <pc:spChg chg="mod">
          <ac:chgData name="Li, Shimin" userId="942422ce-aafb-4159-93b9-d78e108d7183" providerId="ADAL" clId="{26F55F8F-3589-4CC1-A712-FE258817954E}" dt="2026-07-26T16:49:05.837" v="2593" actId="1076"/>
          <ac:spMkLst>
            <pc:docMk/>
            <pc:sldMk cId="4130372078" sldId="272"/>
            <ac:spMk id="5" creationId="{27A5E7A8-A139-E153-D881-806C104A26BA}"/>
          </ac:spMkLst>
        </pc:spChg>
        <pc:spChg chg="mod">
          <ac:chgData name="Li, Shimin" userId="942422ce-aafb-4159-93b9-d78e108d7183" providerId="ADAL" clId="{26F55F8F-3589-4CC1-A712-FE258817954E}" dt="2026-07-26T16:49:05.837" v="2593" actId="1076"/>
          <ac:spMkLst>
            <pc:docMk/>
            <pc:sldMk cId="4130372078" sldId="272"/>
            <ac:spMk id="7" creationId="{4E67ACC6-EF4D-678F-208F-30A08EE9187C}"/>
          </ac:spMkLst>
        </pc:spChg>
        <pc:spChg chg="add mod">
          <ac:chgData name="Li, Shimin" userId="942422ce-aafb-4159-93b9-d78e108d7183" providerId="ADAL" clId="{26F55F8F-3589-4CC1-A712-FE258817954E}" dt="2026-07-26T16:49:05.837" v="2593" actId="1076"/>
          <ac:spMkLst>
            <pc:docMk/>
            <pc:sldMk cId="4130372078" sldId="272"/>
            <ac:spMk id="10" creationId="{E3B0C4E4-68B0-C284-8F21-5ABA9617D05B}"/>
          </ac:spMkLst>
        </pc:spChg>
        <pc:spChg chg="mod">
          <ac:chgData name="Li, Shimin" userId="942422ce-aafb-4159-93b9-d78e108d7183" providerId="ADAL" clId="{26F55F8F-3589-4CC1-A712-FE258817954E}" dt="2026-07-26T16:49:05.837" v="2593" actId="1076"/>
          <ac:spMkLst>
            <pc:docMk/>
            <pc:sldMk cId="4130372078" sldId="272"/>
            <ac:spMk id="11" creationId="{3415C617-8F42-EE09-AD5D-52506DA38B6E}"/>
          </ac:spMkLst>
        </pc:spChg>
        <pc:spChg chg="add mod">
          <ac:chgData name="Li, Shimin" userId="942422ce-aafb-4159-93b9-d78e108d7183" providerId="ADAL" clId="{26F55F8F-3589-4CC1-A712-FE258817954E}" dt="2026-07-26T16:49:17.540" v="2594" actId="1076"/>
          <ac:spMkLst>
            <pc:docMk/>
            <pc:sldMk cId="4130372078" sldId="272"/>
            <ac:spMk id="14" creationId="{33F7F515-77C6-EDDF-D43A-B051E82D361B}"/>
          </ac:spMkLst>
        </pc:spChg>
        <pc:spChg chg="mod">
          <ac:chgData name="Li, Shimin" userId="942422ce-aafb-4159-93b9-d78e108d7183" providerId="ADAL" clId="{26F55F8F-3589-4CC1-A712-FE258817954E}" dt="2026-07-26T16:49:05.837" v="2593" actId="1076"/>
          <ac:spMkLst>
            <pc:docMk/>
            <pc:sldMk cId="4130372078" sldId="272"/>
            <ac:spMk id="15" creationId="{D21966DA-32DC-9DFE-A425-BA8CE4D5051F}"/>
          </ac:spMkLst>
        </pc:spChg>
        <pc:spChg chg="mod">
          <ac:chgData name="Li, Shimin" userId="942422ce-aafb-4159-93b9-d78e108d7183" providerId="ADAL" clId="{26F55F8F-3589-4CC1-A712-FE258817954E}" dt="2026-07-26T16:49:05.837" v="2593" actId="1076"/>
          <ac:spMkLst>
            <pc:docMk/>
            <pc:sldMk cId="4130372078" sldId="272"/>
            <ac:spMk id="17" creationId="{1995C226-1816-5C80-8ECC-D8077D78FCA0}"/>
          </ac:spMkLst>
        </pc:spChg>
        <pc:spChg chg="add mod">
          <ac:chgData name="Li, Shimin" userId="942422ce-aafb-4159-93b9-d78e108d7183" providerId="ADAL" clId="{26F55F8F-3589-4CC1-A712-FE258817954E}" dt="2026-07-26T16:49:17.540" v="2594" actId="1076"/>
          <ac:spMkLst>
            <pc:docMk/>
            <pc:sldMk cId="4130372078" sldId="272"/>
            <ac:spMk id="18" creationId="{11A5EE39-3409-96A4-4D54-69A379F1E0CF}"/>
          </ac:spMkLst>
        </pc:spChg>
        <pc:spChg chg="mod">
          <ac:chgData name="Li, Shimin" userId="942422ce-aafb-4159-93b9-d78e108d7183" providerId="ADAL" clId="{26F55F8F-3589-4CC1-A712-FE258817954E}" dt="2026-07-26T16:49:05.837" v="2593" actId="1076"/>
          <ac:spMkLst>
            <pc:docMk/>
            <pc:sldMk cId="4130372078" sldId="272"/>
            <ac:spMk id="19" creationId="{62A25687-AADB-1BA6-2FB2-A27F60560C5E}"/>
          </ac:spMkLst>
        </pc:spChg>
        <pc:spChg chg="add mod">
          <ac:chgData name="Li, Shimin" userId="942422ce-aafb-4159-93b9-d78e108d7183" providerId="ADAL" clId="{26F55F8F-3589-4CC1-A712-FE258817954E}" dt="2026-07-26T16:49:17.540" v="2594" actId="1076"/>
          <ac:spMkLst>
            <pc:docMk/>
            <pc:sldMk cId="4130372078" sldId="272"/>
            <ac:spMk id="22" creationId="{89D6902A-00E7-B7AC-8D2B-32DCE990BD2B}"/>
          </ac:spMkLst>
        </pc:spChg>
        <pc:spChg chg="add mod">
          <ac:chgData name="Li, Shimin" userId="942422ce-aafb-4159-93b9-d78e108d7183" providerId="ADAL" clId="{26F55F8F-3589-4CC1-A712-FE258817954E}" dt="2026-07-26T16:49:17.540" v="2594" actId="1076"/>
          <ac:spMkLst>
            <pc:docMk/>
            <pc:sldMk cId="4130372078" sldId="272"/>
            <ac:spMk id="28" creationId="{D3B09E1D-B96E-5436-638B-E48878971EF5}"/>
          </ac:spMkLst>
        </pc:spChg>
        <pc:spChg chg="add mod">
          <ac:chgData name="Li, Shimin" userId="942422ce-aafb-4159-93b9-d78e108d7183" providerId="ADAL" clId="{26F55F8F-3589-4CC1-A712-FE258817954E}" dt="2026-07-26T16:49:17.540" v="2594" actId="1076"/>
          <ac:spMkLst>
            <pc:docMk/>
            <pc:sldMk cId="4130372078" sldId="272"/>
            <ac:spMk id="31" creationId="{CB114075-1072-B7D8-A6E4-D265BA15AA15}"/>
          </ac:spMkLst>
        </pc:spChg>
        <pc:spChg chg="add mod">
          <ac:chgData name="Li, Shimin" userId="942422ce-aafb-4159-93b9-d78e108d7183" providerId="ADAL" clId="{26F55F8F-3589-4CC1-A712-FE258817954E}" dt="2026-07-26T16:51:01.536" v="2713" actId="20577"/>
          <ac:spMkLst>
            <pc:docMk/>
            <pc:sldMk cId="4130372078" sldId="272"/>
            <ac:spMk id="40" creationId="{79C9944A-1B1F-0477-02C7-EF8A94C4FB0D}"/>
          </ac:spMkLst>
        </pc:spChg>
        <pc:spChg chg="add mod">
          <ac:chgData name="Li, Shimin" userId="942422ce-aafb-4159-93b9-d78e108d7183" providerId="ADAL" clId="{26F55F8F-3589-4CC1-A712-FE258817954E}" dt="2026-07-26T16:51:26.827" v="2715" actId="1076"/>
          <ac:spMkLst>
            <pc:docMk/>
            <pc:sldMk cId="4130372078" sldId="272"/>
            <ac:spMk id="42" creationId="{3B9A4502-4D87-2AA8-DA40-F2C51FA40300}"/>
          </ac:spMkLst>
        </pc:spChg>
        <pc:cxnChg chg="mod">
          <ac:chgData name="Li, Shimin" userId="942422ce-aafb-4159-93b9-d78e108d7183" providerId="ADAL" clId="{26F55F8F-3589-4CC1-A712-FE258817954E}" dt="2026-07-26T16:49:05.837" v="2593" actId="1076"/>
          <ac:cxnSpMkLst>
            <pc:docMk/>
            <pc:sldMk cId="4130372078" sldId="272"/>
            <ac:cxnSpMk id="20" creationId="{AAE4854D-E37A-BF68-2C5A-B50ECFAAF017}"/>
          </ac:cxnSpMkLst>
        </pc:cxnChg>
        <pc:cxnChg chg="mod">
          <ac:chgData name="Li, Shimin" userId="942422ce-aafb-4159-93b9-d78e108d7183" providerId="ADAL" clId="{26F55F8F-3589-4CC1-A712-FE258817954E}" dt="2026-07-20T17:55:24.927" v="2534" actId="208"/>
          <ac:cxnSpMkLst>
            <pc:docMk/>
            <pc:sldMk cId="4130372078" sldId="272"/>
            <ac:cxnSpMk id="23" creationId="{E5BC4EED-4BBA-1723-2E33-D172B4BB04DC}"/>
          </ac:cxnSpMkLst>
        </pc:cxnChg>
        <pc:cxnChg chg="mod">
          <ac:chgData name="Li, Shimin" userId="942422ce-aafb-4159-93b9-d78e108d7183" providerId="ADAL" clId="{26F55F8F-3589-4CC1-A712-FE258817954E}" dt="2026-07-26T16:49:05.837" v="2593" actId="1076"/>
          <ac:cxnSpMkLst>
            <pc:docMk/>
            <pc:sldMk cId="4130372078" sldId="272"/>
            <ac:cxnSpMk id="25" creationId="{C229E9B1-63C6-BEAC-ED98-66C31B66C758}"/>
          </ac:cxnSpMkLst>
        </pc:cxnChg>
        <pc:cxnChg chg="mod">
          <ac:chgData name="Li, Shimin" userId="942422ce-aafb-4159-93b9-d78e108d7183" providerId="ADAL" clId="{26F55F8F-3589-4CC1-A712-FE258817954E}" dt="2026-07-26T16:49:05.837" v="2593" actId="1076"/>
          <ac:cxnSpMkLst>
            <pc:docMk/>
            <pc:sldMk cId="4130372078" sldId="272"/>
            <ac:cxnSpMk id="27" creationId="{DDF0F875-E686-864E-816C-36D00B25F945}"/>
          </ac:cxnSpMkLst>
        </pc:cxnChg>
        <pc:cxnChg chg="mod">
          <ac:chgData name="Li, Shimin" userId="942422ce-aafb-4159-93b9-d78e108d7183" providerId="ADAL" clId="{26F55F8F-3589-4CC1-A712-FE258817954E}" dt="2026-07-20T17:57:12.288" v="2553" actId="1076"/>
          <ac:cxnSpMkLst>
            <pc:docMk/>
            <pc:sldMk cId="4130372078" sldId="272"/>
            <ac:cxnSpMk id="32" creationId="{7408764E-925A-AA80-383D-5BED3073171B}"/>
          </ac:cxnSpMkLst>
        </pc:cxnChg>
        <pc:cxnChg chg="add mod">
          <ac:chgData name="Li, Shimin" userId="942422ce-aafb-4159-93b9-d78e108d7183" providerId="ADAL" clId="{26F55F8F-3589-4CC1-A712-FE258817954E}" dt="2026-07-26T16:49:17.540" v="2594" actId="1076"/>
          <ac:cxnSpMkLst>
            <pc:docMk/>
            <pc:sldMk cId="4130372078" sldId="272"/>
            <ac:cxnSpMk id="33" creationId="{A711FAB0-1CC6-C151-49BA-B8FA29381525}"/>
          </ac:cxnSpMkLst>
        </pc:cxnChg>
        <pc:cxnChg chg="add mod">
          <ac:chgData name="Li, Shimin" userId="942422ce-aafb-4159-93b9-d78e108d7183" providerId="ADAL" clId="{26F55F8F-3589-4CC1-A712-FE258817954E}" dt="2026-07-26T16:49:17.540" v="2594" actId="1076"/>
          <ac:cxnSpMkLst>
            <pc:docMk/>
            <pc:sldMk cId="4130372078" sldId="272"/>
            <ac:cxnSpMk id="35" creationId="{28920D40-7327-B86A-1599-2F8D316F05BB}"/>
          </ac:cxnSpMkLst>
        </pc:cxnChg>
      </pc:sldChg>
      <pc:sldChg chg="addSp modSp add mod">
        <pc:chgData name="Li, Shimin" userId="942422ce-aafb-4159-93b9-d78e108d7183" providerId="ADAL" clId="{26F55F8F-3589-4CC1-A712-FE258817954E}" dt="2026-07-26T17:16:57.849" v="2891" actId="1076"/>
        <pc:sldMkLst>
          <pc:docMk/>
          <pc:sldMk cId="881104243" sldId="273"/>
        </pc:sldMkLst>
        <pc:spChg chg="mod">
          <ac:chgData name="Li, Shimin" userId="942422ce-aafb-4159-93b9-d78e108d7183" providerId="ADAL" clId="{26F55F8F-3589-4CC1-A712-FE258817954E}" dt="2026-07-26T17:14:21.551" v="2820" actId="20577"/>
          <ac:spMkLst>
            <pc:docMk/>
            <pc:sldMk cId="881104243" sldId="273"/>
            <ac:spMk id="2" creationId="{591C7CC0-34D6-2CB6-3244-92BEA4D771B4}"/>
          </ac:spMkLst>
        </pc:spChg>
        <pc:spChg chg="add mod">
          <ac:chgData name="Li, Shimin" userId="942422ce-aafb-4159-93b9-d78e108d7183" providerId="ADAL" clId="{26F55F8F-3589-4CC1-A712-FE258817954E}" dt="2026-07-26T17:16:57.849" v="2891" actId="1076"/>
          <ac:spMkLst>
            <pc:docMk/>
            <pc:sldMk cId="881104243" sldId="273"/>
            <ac:spMk id="4" creationId="{79046C91-439F-9BBD-03CE-41EFF58D076C}"/>
          </ac:spMkLst>
        </pc:spChg>
        <pc:spChg chg="mod">
          <ac:chgData name="Li, Shimin" userId="942422ce-aafb-4159-93b9-d78e108d7183" providerId="ADAL" clId="{26F55F8F-3589-4CC1-A712-FE258817954E}" dt="2026-07-26T17:14:45.787" v="2823" actId="1076"/>
          <ac:spMkLst>
            <pc:docMk/>
            <pc:sldMk cId="881104243" sldId="273"/>
            <ac:spMk id="9" creationId="{0BFCBEA4-0637-221E-E197-83198595B56F}"/>
          </ac:spMkLst>
        </pc:spChg>
        <pc:spChg chg="mod">
          <ac:chgData name="Li, Shimin" userId="942422ce-aafb-4159-93b9-d78e108d7183" providerId="ADAL" clId="{26F55F8F-3589-4CC1-A712-FE258817954E}" dt="2026-07-26T17:14:45.787" v="2823" actId="1076"/>
          <ac:spMkLst>
            <pc:docMk/>
            <pc:sldMk cId="881104243" sldId="273"/>
            <ac:spMk id="11" creationId="{E692FC37-DB84-251B-D8AB-095E0C95A547}"/>
          </ac:spMkLst>
        </pc:spChg>
        <pc:spChg chg="mod">
          <ac:chgData name="Li, Shimin" userId="942422ce-aafb-4159-93b9-d78e108d7183" providerId="ADAL" clId="{26F55F8F-3589-4CC1-A712-FE258817954E}" dt="2026-07-26T17:14:58.825" v="2825" actId="1076"/>
          <ac:spMkLst>
            <pc:docMk/>
            <pc:sldMk cId="881104243" sldId="273"/>
            <ac:spMk id="19" creationId="{FEE54175-9579-5942-9903-1764ADFC50A4}"/>
          </ac:spMkLst>
        </pc:spChg>
        <pc:spChg chg="mod">
          <ac:chgData name="Li, Shimin" userId="942422ce-aafb-4159-93b9-d78e108d7183" providerId="ADAL" clId="{26F55F8F-3589-4CC1-A712-FE258817954E}" dt="2026-07-26T17:15:05.538" v="2826" actId="1076"/>
          <ac:spMkLst>
            <pc:docMk/>
            <pc:sldMk cId="881104243" sldId="273"/>
            <ac:spMk id="21" creationId="{B0ED309D-5F48-908B-0980-D9A30B39F7D8}"/>
          </ac:spMkLst>
        </pc:spChg>
        <pc:cxnChg chg="mod">
          <ac:chgData name="Li, Shimin" userId="942422ce-aafb-4159-93b9-d78e108d7183" providerId="ADAL" clId="{26F55F8F-3589-4CC1-A712-FE258817954E}" dt="2026-07-26T17:14:45.787" v="2823" actId="1076"/>
          <ac:cxnSpMkLst>
            <pc:docMk/>
            <pc:sldMk cId="881104243" sldId="273"/>
            <ac:cxnSpMk id="15" creationId="{17884EF1-E324-FC0B-5032-3343EE73DB2C}"/>
          </ac:cxnSpMkLst>
        </pc:cxnChg>
      </pc:sldChg>
      <pc:sldChg chg="modSp add mod">
        <pc:chgData name="Li, Shimin" userId="942422ce-aafb-4159-93b9-d78e108d7183" providerId="ADAL" clId="{26F55F8F-3589-4CC1-A712-FE258817954E}" dt="2026-07-26T17:18:30.588" v="2907" actId="20577"/>
        <pc:sldMkLst>
          <pc:docMk/>
          <pc:sldMk cId="1546714971" sldId="274"/>
        </pc:sldMkLst>
        <pc:spChg chg="mod">
          <ac:chgData name="Li, Shimin" userId="942422ce-aafb-4159-93b9-d78e108d7183" providerId="ADAL" clId="{26F55F8F-3589-4CC1-A712-FE258817954E}" dt="2026-07-26T17:18:30.588" v="2907" actId="20577"/>
          <ac:spMkLst>
            <pc:docMk/>
            <pc:sldMk cId="1546714971" sldId="274"/>
            <ac:spMk id="2" creationId="{61883F20-D464-F55D-BAD0-51B91FB8C151}"/>
          </ac:spMkLst>
        </pc:spChg>
        <pc:spChg chg="mod">
          <ac:chgData name="Li, Shimin" userId="942422ce-aafb-4159-93b9-d78e108d7183" providerId="ADAL" clId="{26F55F8F-3589-4CC1-A712-FE258817954E}" dt="2026-07-26T17:18:00.179" v="2893" actId="1076"/>
          <ac:spMkLst>
            <pc:docMk/>
            <pc:sldMk cId="1546714971" sldId="274"/>
            <ac:spMk id="5" creationId="{D89C534B-A765-6E80-D6F1-F5C4C4311B55}"/>
          </ac:spMkLst>
        </pc:spChg>
        <pc:spChg chg="mod">
          <ac:chgData name="Li, Shimin" userId="942422ce-aafb-4159-93b9-d78e108d7183" providerId="ADAL" clId="{26F55F8F-3589-4CC1-A712-FE258817954E}" dt="2026-07-26T17:18:00.179" v="2893" actId="1076"/>
          <ac:spMkLst>
            <pc:docMk/>
            <pc:sldMk cId="1546714971" sldId="274"/>
            <ac:spMk id="7" creationId="{8C87E360-5728-BBFB-C72E-A27191E5545A}"/>
          </ac:spMkLst>
        </pc:spChg>
        <pc:spChg chg="mod">
          <ac:chgData name="Li, Shimin" userId="942422ce-aafb-4159-93b9-d78e108d7183" providerId="ADAL" clId="{26F55F8F-3589-4CC1-A712-FE258817954E}" dt="2026-07-26T17:18:07.741" v="2894" actId="1076"/>
          <ac:spMkLst>
            <pc:docMk/>
            <pc:sldMk cId="1546714971" sldId="274"/>
            <ac:spMk id="9" creationId="{9D229E21-9951-9B2B-B0BF-B8F4365BDFA5}"/>
          </ac:spMkLst>
        </pc:spChg>
        <pc:spChg chg="mod">
          <ac:chgData name="Li, Shimin" userId="942422ce-aafb-4159-93b9-d78e108d7183" providerId="ADAL" clId="{26F55F8F-3589-4CC1-A712-FE258817954E}" dt="2026-07-26T17:18:07.741" v="2894" actId="1076"/>
          <ac:spMkLst>
            <pc:docMk/>
            <pc:sldMk cId="1546714971" sldId="274"/>
            <ac:spMk id="11" creationId="{0839CD94-81FC-94B7-3953-49F78F4BF3F7}"/>
          </ac:spMkLst>
        </pc:spChg>
        <pc:spChg chg="mod">
          <ac:chgData name="Li, Shimin" userId="942422ce-aafb-4159-93b9-d78e108d7183" providerId="ADAL" clId="{26F55F8F-3589-4CC1-A712-FE258817954E}" dt="2026-07-26T17:18:17.569" v="2897" actId="1076"/>
          <ac:spMkLst>
            <pc:docMk/>
            <pc:sldMk cId="1546714971" sldId="274"/>
            <ac:spMk id="21" creationId="{76917B32-B948-1991-E3ED-D0C289D6374C}"/>
          </ac:spMkLst>
        </pc:spChg>
        <pc:cxnChg chg="mod">
          <ac:chgData name="Li, Shimin" userId="942422ce-aafb-4159-93b9-d78e108d7183" providerId="ADAL" clId="{26F55F8F-3589-4CC1-A712-FE258817954E}" dt="2026-07-26T17:18:00.179" v="2893" actId="1076"/>
          <ac:cxnSpMkLst>
            <pc:docMk/>
            <pc:sldMk cId="1546714971" sldId="274"/>
            <ac:cxnSpMk id="13" creationId="{B9E6683D-4C2C-9CA8-3800-193A04619C7E}"/>
          </ac:cxnSpMkLst>
        </pc:cxnChg>
        <pc:cxnChg chg="mod">
          <ac:chgData name="Li, Shimin" userId="942422ce-aafb-4159-93b9-d78e108d7183" providerId="ADAL" clId="{26F55F8F-3589-4CC1-A712-FE258817954E}" dt="2026-07-26T17:18:07.741" v="2894" actId="1076"/>
          <ac:cxnSpMkLst>
            <pc:docMk/>
            <pc:sldMk cId="1546714971" sldId="274"/>
            <ac:cxnSpMk id="15" creationId="{A8C20CAA-BD45-D5BE-2699-8CDC8062D6C1}"/>
          </ac:cxnSpMkLst>
        </pc:cxnChg>
      </pc:sldChg>
      <pc:sldChg chg="modSp new mod">
        <pc:chgData name="Li, Shimin" userId="942422ce-aafb-4159-93b9-d78e108d7183" providerId="ADAL" clId="{26F55F8F-3589-4CC1-A712-FE258817954E}" dt="2026-07-29T18:52:28.621" v="3829" actId="20577"/>
        <pc:sldMkLst>
          <pc:docMk/>
          <pc:sldMk cId="3370060833" sldId="275"/>
        </pc:sldMkLst>
        <pc:spChg chg="mod">
          <ac:chgData name="Li, Shimin" userId="942422ce-aafb-4159-93b9-d78e108d7183" providerId="ADAL" clId="{26F55F8F-3589-4CC1-A712-FE258817954E}" dt="2026-07-26T17:25:24.102" v="3176" actId="20577"/>
          <ac:spMkLst>
            <pc:docMk/>
            <pc:sldMk cId="3370060833" sldId="275"/>
            <ac:spMk id="2" creationId="{409ED35E-F06A-20F8-1D48-BAD7EDBDCAD1}"/>
          </ac:spMkLst>
        </pc:spChg>
        <pc:spChg chg="mod">
          <ac:chgData name="Li, Shimin" userId="942422ce-aafb-4159-93b9-d78e108d7183" providerId="ADAL" clId="{26F55F8F-3589-4CC1-A712-FE258817954E}" dt="2026-07-29T18:52:28.621" v="3829" actId="20577"/>
          <ac:spMkLst>
            <pc:docMk/>
            <pc:sldMk cId="3370060833" sldId="275"/>
            <ac:spMk id="3" creationId="{851F8025-035B-FDFD-C144-A56AC8FF648E}"/>
          </ac:spMkLst>
        </pc:spChg>
      </pc:sldChg>
      <pc:sldChg chg="addSp modSp new mod">
        <pc:chgData name="Li, Shimin" userId="942422ce-aafb-4159-93b9-d78e108d7183" providerId="ADAL" clId="{26F55F8F-3589-4CC1-A712-FE258817954E}" dt="2026-07-26T17:30:31.554" v="3276" actId="14838"/>
        <pc:sldMkLst>
          <pc:docMk/>
          <pc:sldMk cId="2135318126" sldId="276"/>
        </pc:sldMkLst>
        <pc:spChg chg="add mod">
          <ac:chgData name="Li, Shimin" userId="942422ce-aafb-4159-93b9-d78e108d7183" providerId="ADAL" clId="{26F55F8F-3589-4CC1-A712-FE258817954E}" dt="2026-07-26T17:30:31.554" v="3276" actId="14838"/>
          <ac:spMkLst>
            <pc:docMk/>
            <pc:sldMk cId="2135318126" sldId="276"/>
            <ac:spMk id="2" creationId="{5A9E746D-19B9-29D1-1BAC-D0A81D98D7E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814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787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505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086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267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983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086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022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564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913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002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995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1" r:id="rId6"/>
    <p:sldLayoutId id="2147483687" r:id="rId7"/>
    <p:sldLayoutId id="2147483688" r:id="rId8"/>
    <p:sldLayoutId id="2147483689" r:id="rId9"/>
    <p:sldLayoutId id="2147483690" r:id="rId10"/>
    <p:sldLayoutId id="214748369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1BA7680-B1FB-4B6B-2155-45DD5D6C4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3D white lines connected with dots">
            <a:extLst>
              <a:ext uri="{FF2B5EF4-FFF2-40B4-BE49-F238E27FC236}">
                <a16:creationId xmlns:a16="http://schemas.microsoft.com/office/drawing/2014/main" id="{49899DB7-A1C3-5809-5DD2-ECF8587047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50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32383"/>
            <a:ext cx="12192000" cy="452561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E3C99F-7D13-ABA7-3606-530DC9CBBE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4906" y="1014620"/>
            <a:ext cx="8837546" cy="1870483"/>
          </a:xfrm>
        </p:spPr>
        <p:txBody>
          <a:bodyPr>
            <a:normAutofit/>
          </a:bodyPr>
          <a:lstStyle/>
          <a:p>
            <a:pPr algn="l"/>
            <a:r>
              <a:rPr lang="en-US" sz="4200" dirty="0">
                <a:ln>
                  <a:solidFill>
                    <a:srgbClr val="002060"/>
                  </a:solidFill>
                </a:ln>
                <a:solidFill>
                  <a:srgbClr val="7030A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Algorithms for Connectivity Maintenance and Barrier Coverage on a Closed Cycle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03CEF-B0BF-C762-6F14-EC09D39E70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4905" y="3899723"/>
            <a:ext cx="5310627" cy="1409539"/>
          </a:xfrm>
        </p:spPr>
        <p:txBody>
          <a:bodyPr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2200" dirty="0">
                <a:ln>
                  <a:solidFill>
                    <a:srgbClr val="7030A0"/>
                  </a:solidFill>
                </a:ln>
                <a:solidFill>
                  <a:srgbClr val="0070C0"/>
                </a:soli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</a:rPr>
              <a:t>Shimin Li</a:t>
            </a:r>
          </a:p>
          <a:p>
            <a:pPr algn="l">
              <a:lnSpc>
                <a:spcPct val="110000"/>
              </a:lnSpc>
            </a:pPr>
            <a:r>
              <a:rPr lang="en-US" sz="2200" dirty="0">
                <a:ln>
                  <a:solidFill>
                    <a:srgbClr val="7030A0"/>
                  </a:solidFill>
                </a:ln>
                <a:solidFill>
                  <a:srgbClr val="0070C0"/>
                </a:soli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</a:rPr>
              <a:t>Department of Computer Science</a:t>
            </a:r>
          </a:p>
          <a:p>
            <a:pPr algn="l">
              <a:lnSpc>
                <a:spcPct val="110000"/>
              </a:lnSpc>
            </a:pPr>
            <a:r>
              <a:rPr lang="en-US" sz="2200" dirty="0">
                <a:ln>
                  <a:solidFill>
                    <a:srgbClr val="7030A0"/>
                  </a:solidFill>
                </a:ln>
                <a:solidFill>
                  <a:srgbClr val="0070C0"/>
                </a:soli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</a:rPr>
              <a:t>Winona State University</a:t>
            </a:r>
          </a:p>
        </p:txBody>
      </p:sp>
    </p:spTree>
    <p:extLst>
      <p:ext uri="{BB962C8B-B14F-4D97-AF65-F5344CB8AC3E}">
        <p14:creationId xmlns:p14="http://schemas.microsoft.com/office/powerpoint/2010/main" val="41903619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FECEB-E4B8-60CE-C822-190FF3267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3BD645-48C0-3CE4-DE16-4BE9D708C3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800" dirty="0"/>
                  <a:t>Input: </a:t>
                </a:r>
              </a:p>
              <a:p>
                <a:pPr lvl="1"/>
                <a:r>
                  <a:rPr lang="en-US" sz="2400" dirty="0"/>
                  <a:t>A distance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A set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400" dirty="0"/>
                  <a:t> points on a </a:t>
                </a:r>
                <a:r>
                  <a:rPr lang="en-US" sz="2400" b="1" dirty="0"/>
                  <a:t>closed cycle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2400" dirty="0"/>
              </a:p>
              <a:p>
                <a:r>
                  <a:rPr lang="en-US" sz="2800" dirty="0"/>
                  <a:t>Output: </a:t>
                </a:r>
              </a:p>
              <a:p>
                <a:pPr lvl="1"/>
                <a:r>
                  <a:rPr lang="en-US" sz="2400" dirty="0"/>
                  <a:t>The relocated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400" dirty="0"/>
                  <a:t> points such that </a:t>
                </a:r>
                <a:r>
                  <a:rPr lang="en-US" sz="2400" b="1" dirty="0"/>
                  <a:t>the distance between any two adjacent pair of points is not greater than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endParaRPr lang="en-US" sz="2400" b="1" dirty="0"/>
              </a:p>
              <a:p>
                <a:r>
                  <a:rPr lang="en-US" sz="2800" dirty="0"/>
                  <a:t>Goal: </a:t>
                </a:r>
              </a:p>
              <a:p>
                <a:pPr lvl="1"/>
                <a:r>
                  <a:rPr lang="en-US" sz="2400" dirty="0"/>
                  <a:t>The </a:t>
                </a:r>
                <a:r>
                  <a:rPr lang="en-US" sz="2400" b="1" dirty="0"/>
                  <a:t>maximum</a:t>
                </a:r>
                <a:r>
                  <a:rPr lang="en-US" sz="2400" dirty="0"/>
                  <a:t> moving distance of any point is </a:t>
                </a:r>
                <a:r>
                  <a:rPr lang="en-US" sz="2400" b="1" dirty="0"/>
                  <a:t>minimized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3BD645-48C0-3CE4-DE16-4BE9D708C3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3" t="-3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8453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368E0-95FE-4341-A334-B483C763F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Work and Our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7388B-D657-AE7F-5932-CA654B5F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min-max movement problems of barrier coverage on a line or a cycle can be solved in O(n), but the result is not lexicographically optimal. [Chen et al. 2013]</a:t>
            </a:r>
          </a:p>
          <a:p>
            <a:r>
              <a:rPr lang="en-US" dirty="0"/>
              <a:t>The min-max problems in the plane was solved in linear time. [Das et al. 2017]</a:t>
            </a:r>
          </a:p>
          <a:p>
            <a:pPr lvl="1"/>
            <a:r>
              <a:rPr lang="en-US" dirty="0"/>
              <a:t>where the sensors are initially located along a path, not a closed cycle</a:t>
            </a:r>
          </a:p>
          <a:p>
            <a:pPr lvl="1"/>
            <a:r>
              <a:rPr lang="en-US" dirty="0"/>
              <a:t>the sensors are allowed to move in any direction, not just along the path</a:t>
            </a:r>
          </a:p>
          <a:p>
            <a:r>
              <a:rPr lang="en-US" dirty="0"/>
              <a:t>The connectivity maintenance problems on a line was solved in O(n). [Li et al. 2019]</a:t>
            </a:r>
          </a:p>
          <a:p>
            <a:r>
              <a:rPr lang="en-US" dirty="0"/>
              <a:t>Our algorithm finds a lexicographically optimal solution to the problems of connectivity maintenance (or barrier coverage) on a closed cycle in linear time based on a greedy technique.</a:t>
            </a:r>
          </a:p>
        </p:txBody>
      </p:sp>
    </p:spTree>
    <p:extLst>
      <p:ext uri="{BB962C8B-B14F-4D97-AF65-F5344CB8AC3E}">
        <p14:creationId xmlns:p14="http://schemas.microsoft.com/office/powerpoint/2010/main" val="628304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92B5949-ABFE-6133-3482-2C19DA2CF7D7}"/>
              </a:ext>
            </a:extLst>
          </p:cNvPr>
          <p:cNvGrpSpPr/>
          <p:nvPr/>
        </p:nvGrpSpPr>
        <p:grpSpPr>
          <a:xfrm>
            <a:off x="2409428" y="1887053"/>
            <a:ext cx="3530009" cy="3626151"/>
            <a:chOff x="4245934" y="1132142"/>
            <a:chExt cx="3530009" cy="362615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9291DAE-3509-EBE3-9FD2-0B448DCD25C1}"/>
                </a:ext>
              </a:extLst>
            </p:cNvPr>
            <p:cNvSpPr/>
            <p:nvPr/>
          </p:nvSpPr>
          <p:spPr>
            <a:xfrm>
              <a:off x="4245934" y="1132142"/>
              <a:ext cx="3530009" cy="3626151"/>
            </a:xfrm>
            <a:prstGeom prst="ellipse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5F49BFC-953A-3AF0-091D-517AB43CD1DB}"/>
                </a:ext>
              </a:extLst>
            </p:cNvPr>
            <p:cNvSpPr/>
            <p:nvPr/>
          </p:nvSpPr>
          <p:spPr>
            <a:xfrm>
              <a:off x="5925879" y="2860158"/>
              <a:ext cx="170121" cy="170121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D54A6FB-1F49-F0EB-10E9-281B89848424}"/>
              </a:ext>
            </a:extLst>
          </p:cNvPr>
          <p:cNvGrpSpPr/>
          <p:nvPr/>
        </p:nvGrpSpPr>
        <p:grpSpPr>
          <a:xfrm>
            <a:off x="5939437" y="1908318"/>
            <a:ext cx="3530009" cy="3626151"/>
            <a:chOff x="4245934" y="1132142"/>
            <a:chExt cx="3530009" cy="3626151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5D48564-3869-B349-F0E2-4F1F43B623C6}"/>
                </a:ext>
              </a:extLst>
            </p:cNvPr>
            <p:cNvSpPr/>
            <p:nvPr/>
          </p:nvSpPr>
          <p:spPr>
            <a:xfrm>
              <a:off x="4245934" y="1132142"/>
              <a:ext cx="3530009" cy="3626151"/>
            </a:xfrm>
            <a:prstGeom prst="ellipse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8D2D871-4A62-104D-17CE-7FB1723E6887}"/>
                </a:ext>
              </a:extLst>
            </p:cNvPr>
            <p:cNvSpPr/>
            <p:nvPr/>
          </p:nvSpPr>
          <p:spPr>
            <a:xfrm>
              <a:off x="5925879" y="2860158"/>
              <a:ext cx="170121" cy="170121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56A5A43-AD3A-1013-EAEF-2D52B7E769A3}"/>
              </a:ext>
            </a:extLst>
          </p:cNvPr>
          <p:cNvCxnSpPr/>
          <p:nvPr/>
        </p:nvCxnSpPr>
        <p:spPr>
          <a:xfrm>
            <a:off x="1116419" y="3678863"/>
            <a:ext cx="9739423" cy="8506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36A0D8-20B4-3F66-C9D0-1F930874D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 Coverage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1A4282C2-0A6D-28CA-267E-57BB6AEA2A12}"/>
              </a:ext>
            </a:extLst>
          </p:cNvPr>
          <p:cNvSpPr/>
          <p:nvPr/>
        </p:nvSpPr>
        <p:spPr>
          <a:xfrm rot="16200000">
            <a:off x="4861849" y="3161566"/>
            <a:ext cx="390171" cy="1765005"/>
          </a:xfrm>
          <a:prstGeom prst="leftBrace">
            <a:avLst>
              <a:gd name="adj1" fmla="val 53088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CEC9CEDD-9619-36A0-B2C3-EED40A8540C5}"/>
              </a:ext>
            </a:extLst>
          </p:cNvPr>
          <p:cNvSpPr/>
          <p:nvPr/>
        </p:nvSpPr>
        <p:spPr>
          <a:xfrm rot="16200000">
            <a:off x="6626854" y="3161566"/>
            <a:ext cx="390171" cy="1765005"/>
          </a:xfrm>
          <a:prstGeom prst="leftBrace">
            <a:avLst>
              <a:gd name="adj1" fmla="val 53088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B71399-D71E-4F3B-A70F-85C149F610FC}"/>
                  </a:ext>
                </a:extLst>
              </p:cNvPr>
              <p:cNvSpPr txBox="1"/>
              <p:nvPr/>
            </p:nvSpPr>
            <p:spPr>
              <a:xfrm>
                <a:off x="6553019" y="4143408"/>
                <a:ext cx="53784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B71399-D71E-4F3B-A70F-85C149F61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019" y="4143408"/>
                <a:ext cx="537840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3C51DB1-CB5E-9ECE-5519-FD090C79883D}"/>
                  </a:ext>
                </a:extLst>
              </p:cNvPr>
              <p:cNvSpPr txBox="1"/>
              <p:nvPr/>
            </p:nvSpPr>
            <p:spPr>
              <a:xfrm>
                <a:off x="4792472" y="4143408"/>
                <a:ext cx="53784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3C51DB1-CB5E-9ECE-5519-FD090C798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2472" y="4143408"/>
                <a:ext cx="537840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9899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3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F6CE8-ACFD-1FEF-0BE9-366C6CF2B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E36B63D-2C6D-8FC6-B218-65B4C2E84136}"/>
              </a:ext>
            </a:extLst>
          </p:cNvPr>
          <p:cNvGrpSpPr/>
          <p:nvPr/>
        </p:nvGrpSpPr>
        <p:grpSpPr>
          <a:xfrm>
            <a:off x="4975109" y="1908316"/>
            <a:ext cx="3530009" cy="3626151"/>
            <a:chOff x="4245934" y="1132142"/>
            <a:chExt cx="3530009" cy="3626151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D189285-BB65-B0C8-C632-708E9C6324BF}"/>
                </a:ext>
              </a:extLst>
            </p:cNvPr>
            <p:cNvSpPr/>
            <p:nvPr/>
          </p:nvSpPr>
          <p:spPr>
            <a:xfrm>
              <a:off x="4245934" y="1132142"/>
              <a:ext cx="3530009" cy="3626151"/>
            </a:xfrm>
            <a:prstGeom prst="ellipse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EA2CB80-7618-33EF-A7C1-346E4B07AA16}"/>
                </a:ext>
              </a:extLst>
            </p:cNvPr>
            <p:cNvSpPr/>
            <p:nvPr/>
          </p:nvSpPr>
          <p:spPr>
            <a:xfrm>
              <a:off x="5925879" y="2860158"/>
              <a:ext cx="170121" cy="170121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5E4903-5A07-F4C3-6901-FAE3D030A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Connectivity Maintenance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9FF0F0C-5C14-2934-F310-C15FFD3A62B7}"/>
              </a:ext>
            </a:extLst>
          </p:cNvPr>
          <p:cNvGrpSpPr/>
          <p:nvPr/>
        </p:nvGrpSpPr>
        <p:grpSpPr>
          <a:xfrm>
            <a:off x="3210105" y="1908317"/>
            <a:ext cx="3530009" cy="3626151"/>
            <a:chOff x="4245934" y="1132142"/>
            <a:chExt cx="3530009" cy="362615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156F1F9-2B39-E9FF-72F9-258AE203615D}"/>
                </a:ext>
              </a:extLst>
            </p:cNvPr>
            <p:cNvSpPr/>
            <p:nvPr/>
          </p:nvSpPr>
          <p:spPr>
            <a:xfrm>
              <a:off x="4245934" y="1132142"/>
              <a:ext cx="3530009" cy="3626151"/>
            </a:xfrm>
            <a:prstGeom prst="ellipse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0361EFE-8F43-07D1-E54A-9D9089B0E3C2}"/>
                </a:ext>
              </a:extLst>
            </p:cNvPr>
            <p:cNvSpPr/>
            <p:nvPr/>
          </p:nvSpPr>
          <p:spPr>
            <a:xfrm>
              <a:off x="5925879" y="2860158"/>
              <a:ext cx="170121" cy="170121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E596B1-458A-E93B-A80F-AEC6F1628267}"/>
              </a:ext>
            </a:extLst>
          </p:cNvPr>
          <p:cNvCxnSpPr/>
          <p:nvPr/>
        </p:nvCxnSpPr>
        <p:spPr>
          <a:xfrm>
            <a:off x="1116419" y="3678863"/>
            <a:ext cx="9739423" cy="8506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Left Brace 13">
            <a:extLst>
              <a:ext uri="{FF2B5EF4-FFF2-40B4-BE49-F238E27FC236}">
                <a16:creationId xmlns:a16="http://schemas.microsoft.com/office/drawing/2014/main" id="{466F4D48-5DAE-4DB2-80E7-4DC0684BF3B1}"/>
              </a:ext>
            </a:extLst>
          </p:cNvPr>
          <p:cNvSpPr/>
          <p:nvPr/>
        </p:nvSpPr>
        <p:spPr>
          <a:xfrm rot="16200000">
            <a:off x="5662526" y="3176335"/>
            <a:ext cx="390171" cy="1765005"/>
          </a:xfrm>
          <a:prstGeom prst="leftBrace">
            <a:avLst>
              <a:gd name="adj1" fmla="val 53088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895FFD-6974-C92B-6C87-3B5F14E7DD21}"/>
                  </a:ext>
                </a:extLst>
              </p:cNvPr>
              <p:cNvSpPr txBox="1"/>
              <p:nvPr/>
            </p:nvSpPr>
            <p:spPr>
              <a:xfrm>
                <a:off x="5588691" y="4081031"/>
                <a:ext cx="53784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895FFD-6974-C92B-6C87-3B5F14E7D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691" y="4081031"/>
                <a:ext cx="537840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160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C9CE9-CF47-D836-184E-62F735CC8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Preserving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9241C-121F-1400-DB55-FB51E45FC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623631"/>
          </a:xfrm>
        </p:spPr>
        <p:txBody>
          <a:bodyPr/>
          <a:lstStyle/>
          <a:p>
            <a:r>
              <a:rPr lang="en-US" dirty="0"/>
              <a:t>The order of points does not need to change in the process of the algorithm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787E8BF-F1B0-A771-8A6B-AC772080A7BE}"/>
              </a:ext>
            </a:extLst>
          </p:cNvPr>
          <p:cNvSpPr/>
          <p:nvPr/>
        </p:nvSpPr>
        <p:spPr>
          <a:xfrm>
            <a:off x="5081436" y="3258879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17166A2-47D4-C178-F130-C56C5EECEFB1}"/>
              </a:ext>
            </a:extLst>
          </p:cNvPr>
          <p:cNvSpPr/>
          <p:nvPr/>
        </p:nvSpPr>
        <p:spPr>
          <a:xfrm>
            <a:off x="6275829" y="3258879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E8BF702-4527-4249-C7BA-FA653776765F}"/>
              </a:ext>
            </a:extLst>
          </p:cNvPr>
          <p:cNvSpPr/>
          <p:nvPr/>
        </p:nvSpPr>
        <p:spPr>
          <a:xfrm>
            <a:off x="1905845" y="5091223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F61D70-EE21-039A-ADBD-6B1895C80C20}"/>
              </a:ext>
            </a:extLst>
          </p:cNvPr>
          <p:cNvSpPr/>
          <p:nvPr/>
        </p:nvSpPr>
        <p:spPr>
          <a:xfrm>
            <a:off x="3100238" y="5091223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5D677C0-A8D0-AD72-E3DC-F88815226EFD}"/>
              </a:ext>
            </a:extLst>
          </p:cNvPr>
          <p:cNvSpPr/>
          <p:nvPr/>
        </p:nvSpPr>
        <p:spPr>
          <a:xfrm>
            <a:off x="5251557" y="5091223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8A52C52-C236-C601-DC54-69E91FEED796}"/>
              </a:ext>
            </a:extLst>
          </p:cNvPr>
          <p:cNvSpPr/>
          <p:nvPr/>
        </p:nvSpPr>
        <p:spPr>
          <a:xfrm>
            <a:off x="6445950" y="5091223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A76F7FB-C96D-68B6-3E9F-E987D90C80AC}"/>
              </a:ext>
            </a:extLst>
          </p:cNvPr>
          <p:cNvSpPr/>
          <p:nvPr/>
        </p:nvSpPr>
        <p:spPr>
          <a:xfrm>
            <a:off x="8700050" y="5091223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F7C97C7-6CF0-9E3F-6CCA-58A8D1FF49CB}"/>
              </a:ext>
            </a:extLst>
          </p:cNvPr>
          <p:cNvSpPr/>
          <p:nvPr/>
        </p:nvSpPr>
        <p:spPr>
          <a:xfrm>
            <a:off x="9894443" y="5091223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5179CB9-A89D-9C52-BF89-D76B3F78D71C}"/>
              </a:ext>
            </a:extLst>
          </p:cNvPr>
          <p:cNvCxnSpPr>
            <a:stCxn id="6" idx="3"/>
          </p:cNvCxnSpPr>
          <p:nvPr/>
        </p:nvCxnSpPr>
        <p:spPr>
          <a:xfrm flipH="1">
            <a:off x="2075966" y="3404086"/>
            <a:ext cx="3030384" cy="1687137"/>
          </a:xfrm>
          <a:prstGeom prst="straightConnector1">
            <a:avLst/>
          </a:prstGeom>
          <a:ln w="38100" cap="flat" cmpd="sng" algn="ctr">
            <a:solidFill>
              <a:srgbClr val="92D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AD9DE4E-4C4E-8779-4189-20FCBFE6975C}"/>
              </a:ext>
            </a:extLst>
          </p:cNvPr>
          <p:cNvCxnSpPr/>
          <p:nvPr/>
        </p:nvCxnSpPr>
        <p:spPr>
          <a:xfrm flipH="1">
            <a:off x="3270359" y="3404086"/>
            <a:ext cx="3030384" cy="1687137"/>
          </a:xfrm>
          <a:prstGeom prst="straightConnector1">
            <a:avLst/>
          </a:prstGeom>
          <a:ln w="38100" cap="flat" cmpd="sng" algn="ctr">
            <a:solidFill>
              <a:srgbClr val="92D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922BDC3-2032-3367-F4CC-7E0E63DBB7DC}"/>
              </a:ext>
            </a:extLst>
          </p:cNvPr>
          <p:cNvCxnSpPr>
            <a:cxnSpLocks/>
            <a:stCxn id="6" idx="4"/>
            <a:endCxn id="10" idx="0"/>
          </p:cNvCxnSpPr>
          <p:nvPr/>
        </p:nvCxnSpPr>
        <p:spPr>
          <a:xfrm>
            <a:off x="5166497" y="3429000"/>
            <a:ext cx="170121" cy="1662223"/>
          </a:xfrm>
          <a:prstGeom prst="straightConnector1">
            <a:avLst/>
          </a:prstGeom>
          <a:ln w="38100" cap="flat" cmpd="sng" algn="ctr">
            <a:solidFill>
              <a:srgbClr val="92D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F40EDAB-F7D1-7218-CD04-FDE487B08F3E}"/>
              </a:ext>
            </a:extLst>
          </p:cNvPr>
          <p:cNvCxnSpPr>
            <a:cxnSpLocks/>
          </p:cNvCxnSpPr>
          <p:nvPr/>
        </p:nvCxnSpPr>
        <p:spPr>
          <a:xfrm>
            <a:off x="6359962" y="3416542"/>
            <a:ext cx="170121" cy="1662223"/>
          </a:xfrm>
          <a:prstGeom prst="straightConnector1">
            <a:avLst/>
          </a:prstGeom>
          <a:ln w="38100" cap="flat" cmpd="sng" algn="ctr">
            <a:solidFill>
              <a:srgbClr val="92D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4CD11B-EB6A-1699-4769-E07FF84A6D58}"/>
              </a:ext>
            </a:extLst>
          </p:cNvPr>
          <p:cNvCxnSpPr>
            <a:cxnSpLocks/>
            <a:stCxn id="7" idx="5"/>
            <a:endCxn id="13" idx="1"/>
          </p:cNvCxnSpPr>
          <p:nvPr/>
        </p:nvCxnSpPr>
        <p:spPr>
          <a:xfrm>
            <a:off x="6421036" y="3404086"/>
            <a:ext cx="3498321" cy="1712051"/>
          </a:xfrm>
          <a:prstGeom prst="straightConnector1">
            <a:avLst/>
          </a:prstGeom>
          <a:ln w="38100" cap="flat" cmpd="sng" algn="ctr">
            <a:solidFill>
              <a:srgbClr val="92D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46F76A4-6747-260E-1FE4-7C201D4BE642}"/>
              </a:ext>
            </a:extLst>
          </p:cNvPr>
          <p:cNvCxnSpPr>
            <a:cxnSpLocks/>
          </p:cNvCxnSpPr>
          <p:nvPr/>
        </p:nvCxnSpPr>
        <p:spPr>
          <a:xfrm>
            <a:off x="5226643" y="3410315"/>
            <a:ext cx="3498321" cy="1712051"/>
          </a:xfrm>
          <a:prstGeom prst="straightConnector1">
            <a:avLst/>
          </a:prstGeom>
          <a:ln w="38100" cap="flat" cmpd="sng" algn="ctr">
            <a:solidFill>
              <a:srgbClr val="92D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AF29452-7A2E-FE31-31A8-8307E16609CB}"/>
              </a:ext>
            </a:extLst>
          </p:cNvPr>
          <p:cNvCxnSpPr>
            <a:cxnSpLocks/>
            <a:stCxn id="7" idx="3"/>
          </p:cNvCxnSpPr>
          <p:nvPr/>
        </p:nvCxnSpPr>
        <p:spPr>
          <a:xfrm flipH="1">
            <a:off x="2127436" y="3404086"/>
            <a:ext cx="4173307" cy="1718280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C3F2D39-FFA0-1DBE-DFB6-AD60FEEA7B51}"/>
              </a:ext>
            </a:extLst>
          </p:cNvPr>
          <p:cNvCxnSpPr>
            <a:cxnSpLocks/>
            <a:stCxn id="6" idx="5"/>
            <a:endCxn id="11" idx="1"/>
          </p:cNvCxnSpPr>
          <p:nvPr/>
        </p:nvCxnSpPr>
        <p:spPr>
          <a:xfrm>
            <a:off x="5226643" y="3404086"/>
            <a:ext cx="1244221" cy="1712051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16994D1-CE6B-04F2-4B83-88BCC3EB3C7D}"/>
              </a:ext>
            </a:extLst>
          </p:cNvPr>
          <p:cNvCxnSpPr>
            <a:cxnSpLocks/>
            <a:stCxn id="6" idx="5"/>
            <a:endCxn id="13" idx="2"/>
          </p:cNvCxnSpPr>
          <p:nvPr/>
        </p:nvCxnSpPr>
        <p:spPr>
          <a:xfrm>
            <a:off x="5226643" y="3404086"/>
            <a:ext cx="4667800" cy="1772198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981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4A615-1D68-0DA4-0F2E-0B6BFBE00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Non-lexicographical Version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CD6633B-D93E-DD9B-7528-0F860C625F47}"/>
              </a:ext>
            </a:extLst>
          </p:cNvPr>
          <p:cNvSpPr/>
          <p:nvPr/>
        </p:nvSpPr>
        <p:spPr>
          <a:xfrm>
            <a:off x="1066870" y="1680898"/>
            <a:ext cx="4665134" cy="4665134"/>
          </a:xfrm>
          <a:prstGeom prst="ellipse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8E55A57-5331-DBE1-B4C8-F22951DFD968}"/>
              </a:ext>
            </a:extLst>
          </p:cNvPr>
          <p:cNvSpPr/>
          <p:nvPr/>
        </p:nvSpPr>
        <p:spPr>
          <a:xfrm>
            <a:off x="2017291" y="1995228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E92499E-6779-28D0-E373-B12EE996AD50}"/>
              </a:ext>
            </a:extLst>
          </p:cNvPr>
          <p:cNvSpPr/>
          <p:nvPr/>
        </p:nvSpPr>
        <p:spPr>
          <a:xfrm>
            <a:off x="2686157" y="6175911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C51B402-4E9A-D421-9A61-40CFC55ADA7D}"/>
              </a:ext>
            </a:extLst>
          </p:cNvPr>
          <p:cNvSpPr/>
          <p:nvPr/>
        </p:nvSpPr>
        <p:spPr>
          <a:xfrm>
            <a:off x="4772190" y="2095242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C025879-0A44-2BD2-6DA4-246A4B77D50B}"/>
              </a:ext>
            </a:extLst>
          </p:cNvPr>
          <p:cNvSpPr/>
          <p:nvPr/>
        </p:nvSpPr>
        <p:spPr>
          <a:xfrm>
            <a:off x="5268491" y="2643035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D98021-4EAF-BE8D-9BFF-1A47CED21ED7}"/>
              </a:ext>
            </a:extLst>
          </p:cNvPr>
          <p:cNvSpPr/>
          <p:nvPr/>
        </p:nvSpPr>
        <p:spPr>
          <a:xfrm>
            <a:off x="1373825" y="2643035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BEE2B0A-D012-5082-9FAA-AB7B7A8DA2F1}"/>
              </a:ext>
            </a:extLst>
          </p:cNvPr>
          <p:cNvSpPr/>
          <p:nvPr/>
        </p:nvSpPr>
        <p:spPr>
          <a:xfrm>
            <a:off x="5539494" y="4714564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74BAEFA-61D9-F07B-A7E4-CC735A9653CE}"/>
              </a:ext>
            </a:extLst>
          </p:cNvPr>
          <p:cNvSpPr/>
          <p:nvPr/>
        </p:nvSpPr>
        <p:spPr>
          <a:xfrm>
            <a:off x="5539495" y="3253218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76B4FB47-524A-4A7E-25DA-CE265E832329}"/>
              </a:ext>
            </a:extLst>
          </p:cNvPr>
          <p:cNvSpPr/>
          <p:nvPr/>
        </p:nvSpPr>
        <p:spPr>
          <a:xfrm rot="11239461" flipH="1">
            <a:off x="679737" y="2466900"/>
            <a:ext cx="2327544" cy="2682023"/>
          </a:xfrm>
          <a:prstGeom prst="arc">
            <a:avLst>
              <a:gd name="adj1" fmla="val 8236381"/>
              <a:gd name="adj2" fmla="val 13691404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311C789A-FD12-F737-426D-D10A8EBB2C09}"/>
              </a:ext>
            </a:extLst>
          </p:cNvPr>
          <p:cNvSpPr/>
          <p:nvPr/>
        </p:nvSpPr>
        <p:spPr>
          <a:xfrm rot="2692423" flipH="1" flipV="1">
            <a:off x="3260401" y="3617569"/>
            <a:ext cx="2327544" cy="2931208"/>
          </a:xfrm>
          <a:prstGeom prst="arc">
            <a:avLst>
              <a:gd name="adj1" fmla="val 8236381"/>
              <a:gd name="adj2" fmla="val 13691404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ontent Placeholder 2">
                <a:extLst>
                  <a:ext uri="{FF2B5EF4-FFF2-40B4-BE49-F238E27FC236}">
                    <a16:creationId xmlns:a16="http://schemas.microsoft.com/office/drawing/2014/main" id="{93899B3D-7AA6-AFD5-90C4-29F44918CC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0" y="1715532"/>
                <a:ext cx="5170226" cy="4593828"/>
              </a:xfrm>
            </p:spPr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</m:oMath>
                </a14:m>
                <a:r>
                  <a:rPr lang="en-US" dirty="0"/>
                  <a:t> be the minimum moving distance of points in the optimal solution</a:t>
                </a:r>
              </a:p>
              <a:p>
                <a:r>
                  <a:rPr lang="en-US" dirty="0"/>
                  <a:t>There must exist two points moving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</m:oMath>
                </a14:m>
                <a:r>
                  <a:rPr lang="en-US" dirty="0"/>
                  <a:t> towards each other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dirty="0"/>
                  <a:t> is the arc length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dirty="0"/>
                  <a:t> is the distance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in a solution</a:t>
                </a:r>
              </a:p>
              <a:p>
                <a:r>
                  <a:rPr lang="en-US" dirty="0"/>
                  <a:t>It takes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time to try each pair of points on the cycle</a:t>
                </a:r>
              </a:p>
            </p:txBody>
          </p:sp>
        </mc:Choice>
        <mc:Fallback xmlns="">
          <p:sp>
            <p:nvSpPr>
              <p:cNvPr id="28" name="Content Placeholder 2">
                <a:extLst>
                  <a:ext uri="{FF2B5EF4-FFF2-40B4-BE49-F238E27FC236}">
                    <a16:creationId xmlns:a16="http://schemas.microsoft.com/office/drawing/2014/main" id="{93899B3D-7AA6-AFD5-90C4-29F44918CC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0" y="1715532"/>
                <a:ext cx="5170226" cy="4593828"/>
              </a:xfrm>
              <a:blipFill>
                <a:blip r:embed="rId2"/>
                <a:stretch>
                  <a:fillRect l="-1061" r="-1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A8EED88-5809-627E-5E47-90ACADE084E0}"/>
                  </a:ext>
                </a:extLst>
              </p:cNvPr>
              <p:cNvSpPr txBox="1"/>
              <p:nvPr/>
            </p:nvSpPr>
            <p:spPr>
              <a:xfrm>
                <a:off x="1094075" y="3463329"/>
                <a:ext cx="761177" cy="556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𝑜𝑝𝑡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A8EED88-5809-627E-5E47-90ACADE08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075" y="3463329"/>
                <a:ext cx="761177" cy="5564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F2A4D1B-5936-6C14-6FC2-F883389B9BE0}"/>
                  </a:ext>
                </a:extLst>
              </p:cNvPr>
              <p:cNvSpPr txBox="1"/>
              <p:nvPr/>
            </p:nvSpPr>
            <p:spPr>
              <a:xfrm>
                <a:off x="4096073" y="5177102"/>
                <a:ext cx="761177" cy="556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𝑜𝑝𝑡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F2A4D1B-5936-6C14-6FC2-F883389B9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6073" y="5177102"/>
                <a:ext cx="761177" cy="5564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7195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 animBg="1"/>
      <p:bldP spid="28" grpId="0" uiExpand="1" build="p"/>
      <p:bldP spid="29" grpId="0"/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3ADA4-2110-23F2-270A-2743A89BA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Non-lexicographical Version (Cont.)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5A3680-8F78-C000-F1F1-8B400333C805}"/>
              </a:ext>
            </a:extLst>
          </p:cNvPr>
          <p:cNvSpPr/>
          <p:nvPr/>
        </p:nvSpPr>
        <p:spPr>
          <a:xfrm>
            <a:off x="3763433" y="1634596"/>
            <a:ext cx="4665134" cy="4665134"/>
          </a:xfrm>
          <a:prstGeom prst="ellipse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32387C6-CE15-A1F0-6C8C-BEE6C234CFAB}"/>
              </a:ext>
            </a:extLst>
          </p:cNvPr>
          <p:cNvSpPr/>
          <p:nvPr/>
        </p:nvSpPr>
        <p:spPr>
          <a:xfrm>
            <a:off x="4713854" y="1948926"/>
            <a:ext cx="170121" cy="170121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5C5EBFD-366A-09F3-AF89-572DD96A3D54}"/>
              </a:ext>
            </a:extLst>
          </p:cNvPr>
          <p:cNvSpPr/>
          <p:nvPr/>
        </p:nvSpPr>
        <p:spPr>
          <a:xfrm>
            <a:off x="5382720" y="6129609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21D1AB2-E3CA-F5FC-4B58-98DFE197C452}"/>
              </a:ext>
            </a:extLst>
          </p:cNvPr>
          <p:cNvSpPr/>
          <p:nvPr/>
        </p:nvSpPr>
        <p:spPr>
          <a:xfrm>
            <a:off x="7468753" y="2048940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DA35227-2026-B71C-721C-3992B3E8670F}"/>
              </a:ext>
            </a:extLst>
          </p:cNvPr>
          <p:cNvSpPr/>
          <p:nvPr/>
        </p:nvSpPr>
        <p:spPr>
          <a:xfrm>
            <a:off x="7965054" y="2596733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20C0586-B3FB-41D3-7FD4-E8C23386221F}"/>
              </a:ext>
            </a:extLst>
          </p:cNvPr>
          <p:cNvSpPr/>
          <p:nvPr/>
        </p:nvSpPr>
        <p:spPr>
          <a:xfrm>
            <a:off x="4070388" y="2596733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839F5A0-09D7-560F-2C80-440386231333}"/>
              </a:ext>
            </a:extLst>
          </p:cNvPr>
          <p:cNvSpPr/>
          <p:nvPr/>
        </p:nvSpPr>
        <p:spPr>
          <a:xfrm>
            <a:off x="8236057" y="4668262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65CCAFD-B121-BEE4-F2E5-6539929CD7D9}"/>
              </a:ext>
            </a:extLst>
          </p:cNvPr>
          <p:cNvSpPr/>
          <p:nvPr/>
        </p:nvSpPr>
        <p:spPr>
          <a:xfrm>
            <a:off x="8236058" y="3206916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65E2A4FA-6B42-68BE-4F5F-ED5EC85E4570}"/>
              </a:ext>
            </a:extLst>
          </p:cNvPr>
          <p:cNvSpPr/>
          <p:nvPr/>
        </p:nvSpPr>
        <p:spPr>
          <a:xfrm rot="16858780" flipH="1">
            <a:off x="5412347" y="1255722"/>
            <a:ext cx="2327544" cy="2682023"/>
          </a:xfrm>
          <a:prstGeom prst="arc">
            <a:avLst>
              <a:gd name="adj1" fmla="val 8236381"/>
              <a:gd name="adj2" fmla="val 11562854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79DD3A12-136B-F048-F986-C29BEFDF3873}"/>
              </a:ext>
            </a:extLst>
          </p:cNvPr>
          <p:cNvSpPr/>
          <p:nvPr/>
        </p:nvSpPr>
        <p:spPr>
          <a:xfrm rot="10531639" flipH="1">
            <a:off x="3489129" y="2694782"/>
            <a:ext cx="1207802" cy="3037043"/>
          </a:xfrm>
          <a:prstGeom prst="arc">
            <a:avLst>
              <a:gd name="adj1" fmla="val 6034294"/>
              <a:gd name="adj2" fmla="val 15475998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0F3D2AAC-A18B-6407-0C8B-C5DDAC59C50B}"/>
              </a:ext>
            </a:extLst>
          </p:cNvPr>
          <p:cNvSpPr/>
          <p:nvPr/>
        </p:nvSpPr>
        <p:spPr>
          <a:xfrm rot="4973169" flipH="1">
            <a:off x="5386773" y="3720509"/>
            <a:ext cx="2081316" cy="3572474"/>
          </a:xfrm>
          <a:prstGeom prst="arc">
            <a:avLst>
              <a:gd name="adj1" fmla="val 8236381"/>
              <a:gd name="adj2" fmla="val 14231747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7A874FA-A07B-1BF8-FAD3-4331FE525374}"/>
                  </a:ext>
                </a:extLst>
              </p:cNvPr>
              <p:cNvSpPr txBox="1"/>
              <p:nvPr/>
            </p:nvSpPr>
            <p:spPr>
              <a:xfrm>
                <a:off x="4670605" y="2134000"/>
                <a:ext cx="76117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7A874FA-A07B-1BF8-FAD3-4331FE525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0605" y="2134000"/>
                <a:ext cx="76117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0843485-A13B-9F93-E5BD-BC12E29780A5}"/>
                  </a:ext>
                </a:extLst>
              </p:cNvPr>
              <p:cNvSpPr txBox="1"/>
              <p:nvPr/>
            </p:nvSpPr>
            <p:spPr>
              <a:xfrm>
                <a:off x="2544654" y="3974671"/>
                <a:ext cx="761177" cy="556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𝑜𝑝𝑡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0843485-A13B-9F93-E5BD-BC12E2978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654" y="3974671"/>
                <a:ext cx="761177" cy="556434"/>
              </a:xfrm>
              <a:prstGeom prst="rect">
                <a:avLst/>
              </a:prstGeom>
              <a:blipFill>
                <a:blip r:embed="rId3"/>
                <a:stretch>
                  <a:fillRect r="-2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6880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7" grpId="0" animBg="1"/>
      <p:bldP spid="29" grpId="0" animBg="1"/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FB440-E7DC-3926-2D02-0EB846A8B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97A7C-8D5F-60A0-0723-ACB47F384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Non-lexicographical Version (Cont.)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D3F7847-F904-5DAF-4B89-FE102CCDD990}"/>
              </a:ext>
            </a:extLst>
          </p:cNvPr>
          <p:cNvSpPr/>
          <p:nvPr/>
        </p:nvSpPr>
        <p:spPr>
          <a:xfrm>
            <a:off x="3763433" y="1634596"/>
            <a:ext cx="4665134" cy="4665134"/>
          </a:xfrm>
          <a:prstGeom prst="ellipse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A2D9C50-DA25-76A3-2022-83AF234D1873}"/>
              </a:ext>
            </a:extLst>
          </p:cNvPr>
          <p:cNvSpPr/>
          <p:nvPr/>
        </p:nvSpPr>
        <p:spPr>
          <a:xfrm>
            <a:off x="4713854" y="1948926"/>
            <a:ext cx="170121" cy="170121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CF91726-9C83-E49E-C6CA-E13F6D7B87B7}"/>
              </a:ext>
            </a:extLst>
          </p:cNvPr>
          <p:cNvSpPr/>
          <p:nvPr/>
        </p:nvSpPr>
        <p:spPr>
          <a:xfrm>
            <a:off x="5382720" y="6129609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85790E9-0A69-87B1-ADB3-C3D50353B656}"/>
              </a:ext>
            </a:extLst>
          </p:cNvPr>
          <p:cNvSpPr/>
          <p:nvPr/>
        </p:nvSpPr>
        <p:spPr>
          <a:xfrm>
            <a:off x="5831733" y="1549535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4BA23CF-FA74-8476-8F2A-05F9BC97CA9D}"/>
              </a:ext>
            </a:extLst>
          </p:cNvPr>
          <p:cNvSpPr/>
          <p:nvPr/>
        </p:nvSpPr>
        <p:spPr>
          <a:xfrm>
            <a:off x="7965054" y="2596733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FD1E28B-E5AD-2B29-C49D-DAEE3251CFE5}"/>
              </a:ext>
            </a:extLst>
          </p:cNvPr>
          <p:cNvSpPr/>
          <p:nvPr/>
        </p:nvSpPr>
        <p:spPr>
          <a:xfrm>
            <a:off x="4070388" y="2596733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7CE4E30-B9AB-3D59-13E0-ED75A844E466}"/>
              </a:ext>
            </a:extLst>
          </p:cNvPr>
          <p:cNvSpPr/>
          <p:nvPr/>
        </p:nvSpPr>
        <p:spPr>
          <a:xfrm>
            <a:off x="8236057" y="4668262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08735A7-DC7C-E56B-6A77-59D057C73DAC}"/>
              </a:ext>
            </a:extLst>
          </p:cNvPr>
          <p:cNvSpPr/>
          <p:nvPr/>
        </p:nvSpPr>
        <p:spPr>
          <a:xfrm>
            <a:off x="8236058" y="3206916"/>
            <a:ext cx="170121" cy="170121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E39031E5-3765-3F71-DA1C-4F2BD270AAB7}"/>
              </a:ext>
            </a:extLst>
          </p:cNvPr>
          <p:cNvSpPr/>
          <p:nvPr/>
        </p:nvSpPr>
        <p:spPr>
          <a:xfrm rot="10531639" flipH="1">
            <a:off x="3489129" y="2694782"/>
            <a:ext cx="1207802" cy="3037043"/>
          </a:xfrm>
          <a:prstGeom prst="arc">
            <a:avLst>
              <a:gd name="adj1" fmla="val 6034294"/>
              <a:gd name="adj2" fmla="val 15475998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5AE45C38-474F-4014-9375-1E00C1E7C17E}"/>
              </a:ext>
            </a:extLst>
          </p:cNvPr>
          <p:cNvSpPr/>
          <p:nvPr/>
        </p:nvSpPr>
        <p:spPr>
          <a:xfrm rot="4973169" flipH="1">
            <a:off x="5386773" y="3720509"/>
            <a:ext cx="2081316" cy="3572474"/>
          </a:xfrm>
          <a:prstGeom prst="arc">
            <a:avLst>
              <a:gd name="adj1" fmla="val 8236381"/>
              <a:gd name="adj2" fmla="val 14231747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0A7049B-C388-00AD-0D23-2713A93D0254}"/>
                  </a:ext>
                </a:extLst>
              </p:cNvPr>
              <p:cNvSpPr txBox="1"/>
              <p:nvPr/>
            </p:nvSpPr>
            <p:spPr>
              <a:xfrm>
                <a:off x="4670605" y="2134000"/>
                <a:ext cx="76117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0A7049B-C388-00AD-0D23-2713A93D0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0605" y="2134000"/>
                <a:ext cx="76117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0B37832-0483-3F10-56B5-C5E162BF3CB4}"/>
                  </a:ext>
                </a:extLst>
              </p:cNvPr>
              <p:cNvSpPr txBox="1"/>
              <p:nvPr/>
            </p:nvSpPr>
            <p:spPr>
              <a:xfrm>
                <a:off x="2544654" y="3974671"/>
                <a:ext cx="761177" cy="556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𝑜𝑝𝑡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0B37832-0483-3F10-56B5-C5E162BF3C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654" y="3974671"/>
                <a:ext cx="761177" cy="556434"/>
              </a:xfrm>
              <a:prstGeom prst="rect">
                <a:avLst/>
              </a:prstGeom>
              <a:blipFill>
                <a:blip r:embed="rId3"/>
                <a:stretch>
                  <a:fillRect r="-2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c 3">
            <a:extLst>
              <a:ext uri="{FF2B5EF4-FFF2-40B4-BE49-F238E27FC236}">
                <a16:creationId xmlns:a16="http://schemas.microsoft.com/office/drawing/2014/main" id="{AE0E587E-BE98-71CF-0ADE-C67F70C743D4}"/>
              </a:ext>
            </a:extLst>
          </p:cNvPr>
          <p:cNvSpPr/>
          <p:nvPr/>
        </p:nvSpPr>
        <p:spPr>
          <a:xfrm rot="13161377" flipH="1">
            <a:off x="3963623" y="1688294"/>
            <a:ext cx="2327544" cy="2682023"/>
          </a:xfrm>
          <a:prstGeom prst="arc">
            <a:avLst>
              <a:gd name="adj1" fmla="val 9261044"/>
              <a:gd name="adj2" fmla="val 11562854"/>
            </a:avLst>
          </a:prstGeom>
          <a:ln w="38100" cap="flat" cmpd="sng" algn="ctr">
            <a:solidFill>
              <a:schemeClr val="accent3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6899D7DE-2504-EE9F-AA4B-61FD26FD78E0}"/>
              </a:ext>
            </a:extLst>
          </p:cNvPr>
          <p:cNvSpPr/>
          <p:nvPr/>
        </p:nvSpPr>
        <p:spPr>
          <a:xfrm rot="15965858" flipH="1">
            <a:off x="4681802" y="1221224"/>
            <a:ext cx="2327544" cy="2682023"/>
          </a:xfrm>
          <a:prstGeom prst="arc">
            <a:avLst>
              <a:gd name="adj1" fmla="val 10357720"/>
              <a:gd name="adj2" fmla="val 13045460"/>
            </a:avLst>
          </a:prstGeom>
          <a:ln w="38100" cap="flat" cmpd="sng" algn="ctr">
            <a:solidFill>
              <a:schemeClr val="accent3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976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4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5AC27-F257-788F-320F-9C32FB5F9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Lexicographical Version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802ADF-D26B-F09A-42C3-E0DE67CAB6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2647" y="1715532"/>
                <a:ext cx="10653579" cy="2365401"/>
              </a:xfrm>
            </p:spPr>
            <p:txBody>
              <a:bodyPr/>
              <a:lstStyle/>
              <a:p>
                <a:r>
                  <a:rPr lang="en-US" dirty="0"/>
                  <a:t>The lexicographical version of the algorithm is based on the </a:t>
                </a:r>
                <a:r>
                  <a:rPr lang="en-US" b="1" dirty="0">
                    <a:solidFill>
                      <a:srgbClr val="0070C0"/>
                    </a:solidFill>
                  </a:rPr>
                  <a:t>block</a:t>
                </a:r>
                <a:r>
                  <a:rPr lang="en-US" dirty="0"/>
                  <a:t> structures.</a:t>
                </a:r>
              </a:p>
              <a:p>
                <a:r>
                  <a:rPr lang="en-US" dirty="0"/>
                  <a:t>The block is a sequence of points along the cycle with the following properties.</a:t>
                </a:r>
              </a:p>
              <a:p>
                <a:pPr lvl="1"/>
                <a:r>
                  <a:rPr lang="en-US" dirty="0"/>
                  <a:t>The distance between each pair of adjacent points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A pair of points move the maximum distance to each other among all points in the block.</a:t>
                </a:r>
              </a:p>
              <a:p>
                <a:pPr lvl="1"/>
                <a:r>
                  <a:rPr lang="en-US" dirty="0"/>
                  <a:t>The distance between two adjacent points from different blocks is less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802ADF-D26B-F09A-42C3-E0DE67CAB6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2647" y="1715532"/>
                <a:ext cx="10653579" cy="2365401"/>
              </a:xfrm>
              <a:blipFill>
                <a:blip r:embed="rId2"/>
                <a:stretch>
                  <a:fillRect l="-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C4702483-78E8-F652-0FB0-EF3B04EEE65A}"/>
              </a:ext>
            </a:extLst>
          </p:cNvPr>
          <p:cNvSpPr/>
          <p:nvPr/>
        </p:nvSpPr>
        <p:spPr>
          <a:xfrm>
            <a:off x="6007073" y="5086512"/>
            <a:ext cx="170121" cy="170121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86F0B62-D8E7-96D6-A7A0-F6451E2108E6}"/>
              </a:ext>
            </a:extLst>
          </p:cNvPr>
          <p:cNvSpPr/>
          <p:nvPr/>
        </p:nvSpPr>
        <p:spPr>
          <a:xfrm>
            <a:off x="4656908" y="5086513"/>
            <a:ext cx="170121" cy="170121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E211118-1B1A-D214-0F56-020649775E88}"/>
              </a:ext>
            </a:extLst>
          </p:cNvPr>
          <p:cNvSpPr/>
          <p:nvPr/>
        </p:nvSpPr>
        <p:spPr>
          <a:xfrm>
            <a:off x="7357239" y="5086514"/>
            <a:ext cx="170121" cy="170121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79F0C9-FE54-D0D8-8269-0041B529B37A}"/>
              </a:ext>
            </a:extLst>
          </p:cNvPr>
          <p:cNvSpPr/>
          <p:nvPr/>
        </p:nvSpPr>
        <p:spPr>
          <a:xfrm>
            <a:off x="3306743" y="5086513"/>
            <a:ext cx="170121" cy="170121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44F398C-72AE-AE2B-E13A-D948329842D3}"/>
              </a:ext>
            </a:extLst>
          </p:cNvPr>
          <p:cNvSpPr/>
          <p:nvPr/>
        </p:nvSpPr>
        <p:spPr>
          <a:xfrm>
            <a:off x="8115273" y="5086510"/>
            <a:ext cx="170121" cy="170121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3D53D4F-0B3E-301C-8E74-1DF8AC4E60A6}"/>
              </a:ext>
            </a:extLst>
          </p:cNvPr>
          <p:cNvSpPr/>
          <p:nvPr/>
        </p:nvSpPr>
        <p:spPr>
          <a:xfrm>
            <a:off x="9465439" y="5086512"/>
            <a:ext cx="170121" cy="170121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6A7AC7D-92CC-72BE-B024-5EDDE85F2BE5}"/>
              </a:ext>
            </a:extLst>
          </p:cNvPr>
          <p:cNvSpPr/>
          <p:nvPr/>
        </p:nvSpPr>
        <p:spPr>
          <a:xfrm>
            <a:off x="1660511" y="5086508"/>
            <a:ext cx="170121" cy="170121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409BE20-3DAC-0E02-9152-19F839C5C54C}"/>
              </a:ext>
            </a:extLst>
          </p:cNvPr>
          <p:cNvSpPr/>
          <p:nvPr/>
        </p:nvSpPr>
        <p:spPr>
          <a:xfrm>
            <a:off x="3010677" y="5086510"/>
            <a:ext cx="170121" cy="170121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Left Brace 34">
            <a:extLst>
              <a:ext uri="{FF2B5EF4-FFF2-40B4-BE49-F238E27FC236}">
                <a16:creationId xmlns:a16="http://schemas.microsoft.com/office/drawing/2014/main" id="{AB2CE18A-32DD-7097-F616-16A8536BE242}"/>
              </a:ext>
            </a:extLst>
          </p:cNvPr>
          <p:cNvSpPr/>
          <p:nvPr/>
        </p:nvSpPr>
        <p:spPr>
          <a:xfrm rot="16200000">
            <a:off x="3931054" y="4811587"/>
            <a:ext cx="270197" cy="1384230"/>
          </a:xfrm>
          <a:prstGeom prst="leftBrace">
            <a:avLst>
              <a:gd name="adj1" fmla="val 53088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F35B0F5-F11A-A105-E5BC-9BEE17BA7131}"/>
                  </a:ext>
                </a:extLst>
              </p:cNvPr>
              <p:cNvSpPr txBox="1"/>
              <p:nvPr/>
            </p:nvSpPr>
            <p:spPr>
              <a:xfrm>
                <a:off x="3855247" y="5503702"/>
                <a:ext cx="42180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F35B0F5-F11A-A105-E5BC-9BEE17BA7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5247" y="5503702"/>
                <a:ext cx="421809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Left Brace 38">
            <a:extLst>
              <a:ext uri="{FF2B5EF4-FFF2-40B4-BE49-F238E27FC236}">
                <a16:creationId xmlns:a16="http://schemas.microsoft.com/office/drawing/2014/main" id="{45D8D604-A88D-7AFD-FA85-5CBDBC413050}"/>
              </a:ext>
            </a:extLst>
          </p:cNvPr>
          <p:cNvSpPr/>
          <p:nvPr/>
        </p:nvSpPr>
        <p:spPr>
          <a:xfrm rot="16200000">
            <a:off x="5292034" y="4820133"/>
            <a:ext cx="270197" cy="1384230"/>
          </a:xfrm>
          <a:prstGeom prst="leftBrace">
            <a:avLst>
              <a:gd name="adj1" fmla="val 53088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304314A-3694-0DF4-5DF3-EB3CF2660D06}"/>
                  </a:ext>
                </a:extLst>
              </p:cNvPr>
              <p:cNvSpPr txBox="1"/>
              <p:nvPr/>
            </p:nvSpPr>
            <p:spPr>
              <a:xfrm>
                <a:off x="5239476" y="5503701"/>
                <a:ext cx="42180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304314A-3694-0DF4-5DF3-EB3CF2660D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9476" y="5503701"/>
                <a:ext cx="421809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Left Brace 42">
            <a:extLst>
              <a:ext uri="{FF2B5EF4-FFF2-40B4-BE49-F238E27FC236}">
                <a16:creationId xmlns:a16="http://schemas.microsoft.com/office/drawing/2014/main" id="{3406325D-C4ED-CAD8-CA2F-2CF404571835}"/>
              </a:ext>
            </a:extLst>
          </p:cNvPr>
          <p:cNvSpPr/>
          <p:nvPr/>
        </p:nvSpPr>
        <p:spPr>
          <a:xfrm rot="16200000">
            <a:off x="6653016" y="4811586"/>
            <a:ext cx="270197" cy="1384230"/>
          </a:xfrm>
          <a:prstGeom prst="leftBrace">
            <a:avLst>
              <a:gd name="adj1" fmla="val 53088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C0FA12F-78D6-E855-AC36-86D143B648F4}"/>
                  </a:ext>
                </a:extLst>
              </p:cNvPr>
              <p:cNvSpPr txBox="1"/>
              <p:nvPr/>
            </p:nvSpPr>
            <p:spPr>
              <a:xfrm>
                <a:off x="6577209" y="5503701"/>
                <a:ext cx="42180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C0FA12F-78D6-E855-AC36-86D143B64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209" y="5503701"/>
                <a:ext cx="421809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251A208-A6A6-73A9-8B59-BA7BFC44D6BD}"/>
                  </a:ext>
                </a:extLst>
              </p:cNvPr>
              <p:cNvSpPr txBox="1"/>
              <p:nvPr/>
            </p:nvSpPr>
            <p:spPr>
              <a:xfrm>
                <a:off x="7189650" y="4029068"/>
                <a:ext cx="10957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251A208-A6A6-73A9-8B59-BA7BFC44D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650" y="4029068"/>
                <a:ext cx="1095744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5F33AB8-2AB6-759B-B76D-D6D99A8859F0}"/>
                  </a:ext>
                </a:extLst>
              </p:cNvPr>
              <p:cNvSpPr txBox="1"/>
              <p:nvPr/>
            </p:nvSpPr>
            <p:spPr>
              <a:xfrm>
                <a:off x="2843931" y="4061023"/>
                <a:ext cx="547872" cy="646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5F33AB8-2AB6-759B-B76D-D6D99A885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931" y="4061023"/>
                <a:ext cx="547872" cy="646335"/>
              </a:xfrm>
              <a:prstGeom prst="rect">
                <a:avLst/>
              </a:prstGeom>
              <a:blipFill>
                <a:blip r:embed="rId7"/>
                <a:stretch>
                  <a:fillRect r="-415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8834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5" grpId="0" animBg="1"/>
      <p:bldP spid="37" grpId="0"/>
      <p:bldP spid="39" grpId="0" animBg="1"/>
      <p:bldP spid="41" grpId="0"/>
      <p:bldP spid="43" grpId="0" animBg="1"/>
      <p:bldP spid="45" grpId="0"/>
      <p:bldP spid="49" grpId="0"/>
      <p:bldP spid="5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1C73F-1A2F-40CD-85D1-9DDB23D78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Property 2 of each block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426DF50-D5D8-4649-C1AC-DEBFA077C03E}"/>
              </a:ext>
            </a:extLst>
          </p:cNvPr>
          <p:cNvSpPr/>
          <p:nvPr/>
        </p:nvSpPr>
        <p:spPr>
          <a:xfrm>
            <a:off x="6558270" y="4642961"/>
            <a:ext cx="170121" cy="170121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7106AA0-B8CC-2437-E4DA-FA347B1796EA}"/>
              </a:ext>
            </a:extLst>
          </p:cNvPr>
          <p:cNvSpPr/>
          <p:nvPr/>
        </p:nvSpPr>
        <p:spPr>
          <a:xfrm>
            <a:off x="5208105" y="4642962"/>
            <a:ext cx="170121" cy="170121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6646526-D266-EA16-B085-F4D95BCA65BB}"/>
              </a:ext>
            </a:extLst>
          </p:cNvPr>
          <p:cNvSpPr/>
          <p:nvPr/>
        </p:nvSpPr>
        <p:spPr>
          <a:xfrm>
            <a:off x="7908436" y="4642963"/>
            <a:ext cx="170121" cy="170121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28D298E-7759-6695-CA02-D331B3578465}"/>
              </a:ext>
            </a:extLst>
          </p:cNvPr>
          <p:cNvSpPr/>
          <p:nvPr/>
        </p:nvSpPr>
        <p:spPr>
          <a:xfrm>
            <a:off x="3857940" y="4642962"/>
            <a:ext cx="170121" cy="170121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187C366-884C-A7B9-2CBD-DF9988638C95}"/>
              </a:ext>
            </a:extLst>
          </p:cNvPr>
          <p:cNvSpPr/>
          <p:nvPr/>
        </p:nvSpPr>
        <p:spPr>
          <a:xfrm>
            <a:off x="9258600" y="4642959"/>
            <a:ext cx="170121" cy="170121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FD79769-0E01-7CCB-1DAA-8953DCE451D0}"/>
              </a:ext>
            </a:extLst>
          </p:cNvPr>
          <p:cNvSpPr/>
          <p:nvPr/>
        </p:nvSpPr>
        <p:spPr>
          <a:xfrm>
            <a:off x="10608766" y="4642961"/>
            <a:ext cx="170121" cy="170121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9342808-DDF0-4B15-B727-95CE02F3FBA5}"/>
              </a:ext>
            </a:extLst>
          </p:cNvPr>
          <p:cNvSpPr/>
          <p:nvPr/>
        </p:nvSpPr>
        <p:spPr>
          <a:xfrm>
            <a:off x="1157609" y="4642957"/>
            <a:ext cx="170121" cy="170121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ACE897F-E0D6-CC18-7E90-C1011CAD0375}"/>
              </a:ext>
            </a:extLst>
          </p:cNvPr>
          <p:cNvSpPr/>
          <p:nvPr/>
        </p:nvSpPr>
        <p:spPr>
          <a:xfrm>
            <a:off x="2507775" y="4642959"/>
            <a:ext cx="170121" cy="170121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7C13E99-1876-0CAC-1758-F47787296B71}"/>
              </a:ext>
            </a:extLst>
          </p:cNvPr>
          <p:cNvCxnSpPr>
            <a:cxnSpLocks/>
          </p:cNvCxnSpPr>
          <p:nvPr/>
        </p:nvCxnSpPr>
        <p:spPr>
          <a:xfrm>
            <a:off x="1738360" y="4314718"/>
            <a:ext cx="2207970" cy="0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1169278-FD31-5DD7-66E5-BA8DE4C5FB63}"/>
              </a:ext>
            </a:extLst>
          </p:cNvPr>
          <p:cNvCxnSpPr>
            <a:cxnSpLocks/>
          </p:cNvCxnSpPr>
          <p:nvPr/>
        </p:nvCxnSpPr>
        <p:spPr>
          <a:xfrm flipH="1" flipV="1">
            <a:off x="9332961" y="4314718"/>
            <a:ext cx="2207970" cy="0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EACB7CA-5D25-861C-D337-1E5D8A6AFF91}"/>
              </a:ext>
            </a:extLst>
          </p:cNvPr>
          <p:cNvCxnSpPr>
            <a:cxnSpLocks/>
          </p:cNvCxnSpPr>
          <p:nvPr/>
        </p:nvCxnSpPr>
        <p:spPr>
          <a:xfrm>
            <a:off x="1738360" y="5068250"/>
            <a:ext cx="836369" cy="0"/>
          </a:xfrm>
          <a:prstGeom prst="straightConnector1">
            <a:avLst/>
          </a:prstGeom>
          <a:ln w="38100" cap="flat" cmpd="sng" algn="ctr">
            <a:solidFill>
              <a:srgbClr val="92D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2CA3A53-1414-DB45-74CF-C1C64F18EF75}"/>
              </a:ext>
            </a:extLst>
          </p:cNvPr>
          <p:cNvCxnSpPr>
            <a:cxnSpLocks/>
          </p:cNvCxnSpPr>
          <p:nvPr/>
        </p:nvCxnSpPr>
        <p:spPr>
          <a:xfrm>
            <a:off x="540326" y="5068250"/>
            <a:ext cx="719666" cy="0"/>
          </a:xfrm>
          <a:prstGeom prst="straightConnector1">
            <a:avLst/>
          </a:prstGeom>
          <a:ln w="38100" cap="flat" cmpd="sng" algn="ctr">
            <a:solidFill>
              <a:srgbClr val="92D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015AA0F-E81A-4564-917F-17E10B29206E}"/>
              </a:ext>
            </a:extLst>
          </p:cNvPr>
          <p:cNvCxnSpPr>
            <a:cxnSpLocks/>
          </p:cNvCxnSpPr>
          <p:nvPr/>
        </p:nvCxnSpPr>
        <p:spPr>
          <a:xfrm>
            <a:off x="3857940" y="5068250"/>
            <a:ext cx="1459989" cy="8467"/>
          </a:xfrm>
          <a:prstGeom prst="straightConnector1">
            <a:avLst/>
          </a:prstGeom>
          <a:ln w="38100" cap="flat" cmpd="sng" algn="ctr">
            <a:solidFill>
              <a:srgbClr val="92D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14742B0-3EC1-66B3-1BA6-A393B67BFC30}"/>
              </a:ext>
            </a:extLst>
          </p:cNvPr>
          <p:cNvCxnSpPr>
            <a:cxnSpLocks/>
          </p:cNvCxnSpPr>
          <p:nvPr/>
        </p:nvCxnSpPr>
        <p:spPr>
          <a:xfrm flipH="1">
            <a:off x="10685796" y="5076717"/>
            <a:ext cx="414868" cy="0"/>
          </a:xfrm>
          <a:prstGeom prst="straightConnector1">
            <a:avLst/>
          </a:prstGeom>
          <a:ln w="38100" cap="flat" cmpd="sng" algn="ctr">
            <a:solidFill>
              <a:srgbClr val="92D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CD235D8-F784-DEBC-C967-D5C98EC2ACF5}"/>
              </a:ext>
            </a:extLst>
          </p:cNvPr>
          <p:cNvCxnSpPr>
            <a:cxnSpLocks/>
          </p:cNvCxnSpPr>
          <p:nvPr/>
        </p:nvCxnSpPr>
        <p:spPr>
          <a:xfrm flipH="1">
            <a:off x="6558270" y="5076717"/>
            <a:ext cx="647727" cy="0"/>
          </a:xfrm>
          <a:prstGeom prst="straightConnector1">
            <a:avLst/>
          </a:prstGeom>
          <a:ln w="38100" cap="flat" cmpd="sng" algn="ctr">
            <a:solidFill>
              <a:srgbClr val="92D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56CE8AD-9913-CA4F-ACA2-09021EAF2746}"/>
              </a:ext>
            </a:extLst>
          </p:cNvPr>
          <p:cNvCxnSpPr>
            <a:cxnSpLocks/>
          </p:cNvCxnSpPr>
          <p:nvPr/>
        </p:nvCxnSpPr>
        <p:spPr>
          <a:xfrm flipH="1">
            <a:off x="8001862" y="5085184"/>
            <a:ext cx="414868" cy="0"/>
          </a:xfrm>
          <a:prstGeom prst="straightConnector1">
            <a:avLst/>
          </a:prstGeom>
          <a:ln w="38100" cap="flat" cmpd="sng" algn="ctr">
            <a:solidFill>
              <a:srgbClr val="92D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5657BEA4-D081-8E09-6F25-BB7F0F1800CA}"/>
              </a:ext>
            </a:extLst>
          </p:cNvPr>
          <p:cNvSpPr/>
          <p:nvPr/>
        </p:nvSpPr>
        <p:spPr>
          <a:xfrm>
            <a:off x="445935" y="2760135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9CAD172-BB1A-3679-C3A5-96E9FEF52DD0}"/>
              </a:ext>
            </a:extLst>
          </p:cNvPr>
          <p:cNvSpPr/>
          <p:nvPr/>
        </p:nvSpPr>
        <p:spPr>
          <a:xfrm>
            <a:off x="1558909" y="2760134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DFC9D23-AE5D-0627-041B-10D0B085D725}"/>
              </a:ext>
            </a:extLst>
          </p:cNvPr>
          <p:cNvSpPr/>
          <p:nvPr/>
        </p:nvSpPr>
        <p:spPr>
          <a:xfrm>
            <a:off x="1643969" y="2760133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3FC2378-1AB6-03FB-78FC-D26F28D4EB61}"/>
              </a:ext>
            </a:extLst>
          </p:cNvPr>
          <p:cNvSpPr/>
          <p:nvPr/>
        </p:nvSpPr>
        <p:spPr>
          <a:xfrm>
            <a:off x="3678489" y="2760133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EC65C7B-7697-24B3-E9FB-C5318C60DC47}"/>
              </a:ext>
            </a:extLst>
          </p:cNvPr>
          <p:cNvSpPr/>
          <p:nvPr/>
        </p:nvSpPr>
        <p:spPr>
          <a:xfrm>
            <a:off x="7111606" y="2760132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789AA7E-0FF5-7726-40E0-222C9F54DEBC}"/>
              </a:ext>
            </a:extLst>
          </p:cNvPr>
          <p:cNvSpPr/>
          <p:nvPr/>
        </p:nvSpPr>
        <p:spPr>
          <a:xfrm>
            <a:off x="8343392" y="2760131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ACB81B0-600C-EA25-DA79-B44E96F4328C}"/>
              </a:ext>
            </a:extLst>
          </p:cNvPr>
          <p:cNvSpPr/>
          <p:nvPr/>
        </p:nvSpPr>
        <p:spPr>
          <a:xfrm>
            <a:off x="11091334" y="2760131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3A4D3CE-2C07-6D29-A991-DD7B41FC154E}"/>
              </a:ext>
            </a:extLst>
          </p:cNvPr>
          <p:cNvSpPr/>
          <p:nvPr/>
        </p:nvSpPr>
        <p:spPr>
          <a:xfrm>
            <a:off x="11531601" y="2760130"/>
            <a:ext cx="170121" cy="17012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0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4" grpId="0" animBg="1"/>
      <p:bldP spid="8" grpId="0" animBg="1"/>
      <p:bldP spid="12" grpId="0" animBg="1"/>
      <p:bldP spid="16" grpId="0" animBg="1"/>
      <p:bldP spid="21" grpId="0" animBg="1"/>
      <p:bldP spid="26" grpId="0" animBg="1"/>
      <p:bldP spid="29" grpId="0" animBg="1"/>
      <p:bldP spid="3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9A1F4-7B2C-864B-E8FC-8C725CC0D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of Our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365D5C-5468-7C8F-AB21-CA9C468F3F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2647" y="1715533"/>
                <a:ext cx="10653579" cy="2526268"/>
              </a:xfrm>
            </p:spPr>
            <p:txBody>
              <a:bodyPr/>
              <a:lstStyle/>
              <a:p>
                <a:r>
                  <a:rPr lang="en-US" dirty="0"/>
                  <a:t>Suppose all the points on the cycle are sorted.</a:t>
                </a:r>
              </a:p>
              <a:p>
                <a:r>
                  <a:rPr lang="en-US" dirty="0"/>
                  <a:t>Our algorithm processes the sequence of sorted points one after another.</a:t>
                </a:r>
              </a:p>
              <a:p>
                <a:r>
                  <a:rPr lang="en-US" dirty="0"/>
                  <a:t>For each point, there might be three different cases to consider based on the distance it needs to move to connect to the previous point.</a:t>
                </a:r>
              </a:p>
              <a:p>
                <a:r>
                  <a:rPr lang="en-US" dirty="0"/>
                  <a:t>Specifically, for the first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we don’t need to move it. Add it to the block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365D5C-5468-7C8F-AB21-CA9C468F3F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2647" y="1715533"/>
                <a:ext cx="10653579" cy="2526268"/>
              </a:xfrm>
              <a:blipFill>
                <a:blip r:embed="rId2"/>
                <a:stretch>
                  <a:fillRect l="-458" r="-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92C75C12-13C1-8E6C-3D5C-B842C18B28A8}"/>
              </a:ext>
            </a:extLst>
          </p:cNvPr>
          <p:cNvSpPr/>
          <p:nvPr/>
        </p:nvSpPr>
        <p:spPr>
          <a:xfrm>
            <a:off x="5854375" y="4967977"/>
            <a:ext cx="170121" cy="170121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A18F21-A00D-1A05-6639-18BF7951BA65}"/>
                  </a:ext>
                </a:extLst>
              </p:cNvPr>
              <p:cNvSpPr txBox="1"/>
              <p:nvPr/>
            </p:nvSpPr>
            <p:spPr>
              <a:xfrm>
                <a:off x="5670456" y="5242467"/>
                <a:ext cx="53795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A18F21-A00D-1A05-6639-18BF7951B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0456" y="5242467"/>
                <a:ext cx="537958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37C508-AA6F-F277-4A46-2FAB0EDA8FA6}"/>
                  </a:ext>
                </a:extLst>
              </p:cNvPr>
              <p:cNvSpPr txBox="1"/>
              <p:nvPr/>
            </p:nvSpPr>
            <p:spPr>
              <a:xfrm>
                <a:off x="5274477" y="4217277"/>
                <a:ext cx="71966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37C508-AA6F-F277-4A46-2FAB0EDA8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4477" y="4217277"/>
                <a:ext cx="719666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6218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7AEDCEE-B12F-DE73-3359-6D8C899DB61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The Case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𝒄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dirty="0"/>
                  <a:t>: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7AEDCEE-B12F-DE73-3359-6D8C899DB6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74" t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E0E202EA-01A3-E519-0834-F52EE56ED63A}"/>
              </a:ext>
            </a:extLst>
          </p:cNvPr>
          <p:cNvSpPr/>
          <p:nvPr/>
        </p:nvSpPr>
        <p:spPr>
          <a:xfrm>
            <a:off x="3751778" y="3503242"/>
            <a:ext cx="170121" cy="170121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BC8CFB9-776F-AE7F-346B-B7998D3B17AB}"/>
              </a:ext>
            </a:extLst>
          </p:cNvPr>
          <p:cNvSpPr/>
          <p:nvPr/>
        </p:nvSpPr>
        <p:spPr>
          <a:xfrm>
            <a:off x="5101944" y="3503244"/>
            <a:ext cx="170121" cy="170121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28329C-99E0-9BA9-3AF7-AAC94DCB3630}"/>
              </a:ext>
            </a:extLst>
          </p:cNvPr>
          <p:cNvSpPr/>
          <p:nvPr/>
        </p:nvSpPr>
        <p:spPr>
          <a:xfrm>
            <a:off x="6452110" y="3503240"/>
            <a:ext cx="170121" cy="170121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44AD8C8-E56B-212A-BCB6-EDA5ADF5844B}"/>
              </a:ext>
            </a:extLst>
          </p:cNvPr>
          <p:cNvSpPr/>
          <p:nvPr/>
        </p:nvSpPr>
        <p:spPr>
          <a:xfrm>
            <a:off x="7209609" y="3503240"/>
            <a:ext cx="170121" cy="170121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96CDAD5-CC2D-F567-2941-D5EA6DE1E868}"/>
                  </a:ext>
                </a:extLst>
              </p:cNvPr>
              <p:cNvSpPr txBox="1"/>
              <p:nvPr/>
            </p:nvSpPr>
            <p:spPr>
              <a:xfrm>
                <a:off x="7379730" y="2592068"/>
                <a:ext cx="53795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96CDAD5-CC2D-F567-2941-D5EA6DE1E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730" y="2592068"/>
                <a:ext cx="537958" cy="646331"/>
              </a:xfrm>
              <a:prstGeom prst="rect">
                <a:avLst/>
              </a:prstGeom>
              <a:blipFill>
                <a:blip r:embed="rId3"/>
                <a:stretch>
                  <a:fillRect r="-6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0305921-EB2F-EDD7-B8AC-C5C8D8A21A52}"/>
                  </a:ext>
                </a:extLst>
              </p:cNvPr>
              <p:cNvSpPr txBox="1"/>
              <p:nvPr/>
            </p:nvSpPr>
            <p:spPr>
              <a:xfrm>
                <a:off x="4827171" y="2268903"/>
                <a:ext cx="71966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0305921-EB2F-EDD7-B8AC-C5C8D8A21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7171" y="2268903"/>
                <a:ext cx="719666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B84AF4B-C606-6615-D3A6-8A9E06DF332A}"/>
                  </a:ext>
                </a:extLst>
              </p:cNvPr>
              <p:cNvSpPr txBox="1"/>
              <p:nvPr/>
            </p:nvSpPr>
            <p:spPr>
              <a:xfrm>
                <a:off x="6268191" y="2592068"/>
                <a:ext cx="53795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B84AF4B-C606-6615-D3A6-8A9E06DF3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8191" y="2592068"/>
                <a:ext cx="537958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995E2C3-BCD3-73DF-FB87-34F0F1766057}"/>
                  </a:ext>
                </a:extLst>
              </p:cNvPr>
              <p:cNvSpPr txBox="1"/>
              <p:nvPr/>
            </p:nvSpPr>
            <p:spPr>
              <a:xfrm>
                <a:off x="5389104" y="4306400"/>
                <a:ext cx="322996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𝒄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  <m:sup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995E2C3-BCD3-73DF-FB87-34F0F1766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9104" y="4306400"/>
                <a:ext cx="3229963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Left Brace 21">
            <a:extLst>
              <a:ext uri="{FF2B5EF4-FFF2-40B4-BE49-F238E27FC236}">
                <a16:creationId xmlns:a16="http://schemas.microsoft.com/office/drawing/2014/main" id="{EE5C49AB-96BA-5C9A-42FF-FD8754A7B312}"/>
              </a:ext>
            </a:extLst>
          </p:cNvPr>
          <p:cNvSpPr/>
          <p:nvPr/>
        </p:nvSpPr>
        <p:spPr>
          <a:xfrm rot="16200000">
            <a:off x="6809844" y="3665528"/>
            <a:ext cx="224216" cy="769563"/>
          </a:xfrm>
          <a:prstGeom prst="leftBrace">
            <a:avLst>
              <a:gd name="adj1" fmla="val 53571"/>
              <a:gd name="adj2" fmla="val 50000"/>
            </a:avLst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C1F7D42-D05A-EDF1-A3A8-C65EA44F4132}"/>
                  </a:ext>
                </a:extLst>
              </p:cNvPr>
              <p:cNvSpPr txBox="1"/>
              <p:nvPr/>
            </p:nvSpPr>
            <p:spPr>
              <a:xfrm>
                <a:off x="8491269" y="2313937"/>
                <a:ext cx="71966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C1F7D42-D05A-EDF1-A3A8-C65EA44F4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1269" y="2313937"/>
                <a:ext cx="719666" cy="646331"/>
              </a:xfrm>
              <a:prstGeom prst="rect">
                <a:avLst/>
              </a:prstGeom>
              <a:blipFill>
                <a:blip r:embed="rId7"/>
                <a:stretch>
                  <a:fillRect r="-5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6767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/>
      <p:bldP spid="21" grpId="0"/>
      <p:bldP spid="22" grpId="0" animBg="1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4D13B-6D87-37C0-0F05-AA997A859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3849E22-DB15-EA78-6112-2E7A8086432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The Case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𝒄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3849E22-DB15-EA78-6112-2E7A808643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74" t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F36F9099-1474-80E0-F302-106589FD4532}"/>
              </a:ext>
            </a:extLst>
          </p:cNvPr>
          <p:cNvSpPr/>
          <p:nvPr/>
        </p:nvSpPr>
        <p:spPr>
          <a:xfrm>
            <a:off x="2458528" y="4062042"/>
            <a:ext cx="170121" cy="170121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ED051F0-071E-3FA0-7CAA-AEC43C20C0F7}"/>
              </a:ext>
            </a:extLst>
          </p:cNvPr>
          <p:cNvSpPr/>
          <p:nvPr/>
        </p:nvSpPr>
        <p:spPr>
          <a:xfrm>
            <a:off x="3808694" y="4062044"/>
            <a:ext cx="170121" cy="170121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84921F8-7E0D-99BA-8BDC-ECD308E66CD8}"/>
              </a:ext>
            </a:extLst>
          </p:cNvPr>
          <p:cNvSpPr/>
          <p:nvPr/>
        </p:nvSpPr>
        <p:spPr>
          <a:xfrm>
            <a:off x="5158860" y="4062040"/>
            <a:ext cx="170121" cy="170121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11C1A3B-1D92-2C95-DF02-269E15507778}"/>
              </a:ext>
            </a:extLst>
          </p:cNvPr>
          <p:cNvSpPr/>
          <p:nvPr/>
        </p:nvSpPr>
        <p:spPr>
          <a:xfrm>
            <a:off x="7505108" y="4062040"/>
            <a:ext cx="170121" cy="170121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ACB3FA-6AE3-5C91-BFCE-F8E5181EF007}"/>
                  </a:ext>
                </a:extLst>
              </p:cNvPr>
              <p:cNvSpPr txBox="1"/>
              <p:nvPr/>
            </p:nvSpPr>
            <p:spPr>
              <a:xfrm>
                <a:off x="7675229" y="3150868"/>
                <a:ext cx="53795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ACB3FA-6AE3-5C91-BFCE-F8E5181EF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5229" y="3150868"/>
                <a:ext cx="537958" cy="646331"/>
              </a:xfrm>
              <a:prstGeom prst="rect">
                <a:avLst/>
              </a:prstGeom>
              <a:blipFill>
                <a:blip r:embed="rId3"/>
                <a:stretch>
                  <a:fillRect r="-6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B9547C7-58B6-0C17-2FD4-431663F551D9}"/>
                  </a:ext>
                </a:extLst>
              </p:cNvPr>
              <p:cNvSpPr txBox="1"/>
              <p:nvPr/>
            </p:nvSpPr>
            <p:spPr>
              <a:xfrm>
                <a:off x="3533921" y="2827703"/>
                <a:ext cx="71966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B9547C7-58B6-0C17-2FD4-431663F55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3921" y="2827703"/>
                <a:ext cx="719666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68C9BC5-E036-BCD6-17DF-90FC22BC8A60}"/>
                  </a:ext>
                </a:extLst>
              </p:cNvPr>
              <p:cNvSpPr txBox="1"/>
              <p:nvPr/>
            </p:nvSpPr>
            <p:spPr>
              <a:xfrm>
                <a:off x="4974941" y="3150868"/>
                <a:ext cx="53795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68C9BC5-E036-BCD6-17DF-90FC22BC8A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4941" y="3150868"/>
                <a:ext cx="537958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FA94A9A-64F0-FE26-B328-7AD515FAC112}"/>
                  </a:ext>
                </a:extLst>
              </p:cNvPr>
              <p:cNvSpPr txBox="1"/>
              <p:nvPr/>
            </p:nvSpPr>
            <p:spPr>
              <a:xfrm>
                <a:off x="927263" y="1601701"/>
                <a:ext cx="956714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sz="2800" dirty="0"/>
                  <a:t>: the maximum moving distance of points in block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FA94A9A-64F0-FE26-B328-7AD515FAC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263" y="1601701"/>
                <a:ext cx="9567147" cy="523220"/>
              </a:xfrm>
              <a:prstGeom prst="rect">
                <a:avLst/>
              </a:prstGeom>
              <a:blipFill>
                <a:blip r:embed="rId6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65DAC7A6-C23C-3F31-22A3-E3047D09B253}"/>
              </a:ext>
            </a:extLst>
          </p:cNvPr>
          <p:cNvSpPr/>
          <p:nvPr/>
        </p:nvSpPr>
        <p:spPr>
          <a:xfrm>
            <a:off x="6509026" y="4062039"/>
            <a:ext cx="170121" cy="170121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F1672E2-A9C8-4056-F369-96C5AF5AAEC1}"/>
              </a:ext>
            </a:extLst>
          </p:cNvPr>
          <p:cNvCxnSpPr>
            <a:cxnSpLocks/>
            <a:stCxn id="11" idx="2"/>
            <a:endCxn id="8" idx="6"/>
          </p:cNvCxnSpPr>
          <p:nvPr/>
        </p:nvCxnSpPr>
        <p:spPr>
          <a:xfrm flipH="1" flipV="1">
            <a:off x="6679147" y="4147100"/>
            <a:ext cx="825961" cy="1"/>
          </a:xfrm>
          <a:prstGeom prst="straightConnector1">
            <a:avLst/>
          </a:prstGeom>
          <a:ln w="38100" cap="flat" cmpd="sng" algn="ctr">
            <a:solidFill>
              <a:srgbClr val="92D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39DF8C3-B91F-7194-DE0B-ABF54B974807}"/>
                  </a:ext>
                </a:extLst>
              </p:cNvPr>
              <p:cNvSpPr txBox="1"/>
              <p:nvPr/>
            </p:nvSpPr>
            <p:spPr>
              <a:xfrm>
                <a:off x="2891437" y="4317220"/>
                <a:ext cx="6096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39DF8C3-B91F-7194-DE0B-ABF54B974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1437" y="4317220"/>
                <a:ext cx="6096000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1510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3" grpId="0"/>
      <p:bldP spid="8" grpId="0" animBg="1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DE44D-6642-CEA3-1848-232DFA41E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9FBB95B-A33B-AEF8-CF8B-6D3B80885D3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The Case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𝒄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9FBB95B-A33B-AEF8-CF8B-6D3B80885D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74" t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939F50F6-0C28-BD26-1DD3-D7A5B152726F}"/>
              </a:ext>
            </a:extLst>
          </p:cNvPr>
          <p:cNvSpPr/>
          <p:nvPr/>
        </p:nvSpPr>
        <p:spPr>
          <a:xfrm>
            <a:off x="1960441" y="3689508"/>
            <a:ext cx="170121" cy="170121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CE296EB-BAF9-10D3-F124-587917960A72}"/>
              </a:ext>
            </a:extLst>
          </p:cNvPr>
          <p:cNvSpPr/>
          <p:nvPr/>
        </p:nvSpPr>
        <p:spPr>
          <a:xfrm>
            <a:off x="3310607" y="3689510"/>
            <a:ext cx="170121" cy="170121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2BC01CA-E3A6-F3CE-0002-D40B1B393501}"/>
              </a:ext>
            </a:extLst>
          </p:cNvPr>
          <p:cNvSpPr/>
          <p:nvPr/>
        </p:nvSpPr>
        <p:spPr>
          <a:xfrm>
            <a:off x="4660773" y="3689506"/>
            <a:ext cx="170121" cy="170121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383EFF-DCD2-006F-861F-B571F32D529A}"/>
              </a:ext>
            </a:extLst>
          </p:cNvPr>
          <p:cNvSpPr/>
          <p:nvPr/>
        </p:nvSpPr>
        <p:spPr>
          <a:xfrm>
            <a:off x="9428487" y="3689506"/>
            <a:ext cx="170121" cy="170121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4ABE932-BF23-7949-F665-EAEE9537A61F}"/>
                  </a:ext>
                </a:extLst>
              </p:cNvPr>
              <p:cNvSpPr txBox="1"/>
              <p:nvPr/>
            </p:nvSpPr>
            <p:spPr>
              <a:xfrm>
                <a:off x="9598608" y="2778334"/>
                <a:ext cx="53795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4ABE932-BF23-7949-F665-EAEE9537A6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8608" y="2778334"/>
                <a:ext cx="537958" cy="646331"/>
              </a:xfrm>
              <a:prstGeom prst="rect">
                <a:avLst/>
              </a:prstGeom>
              <a:blipFill>
                <a:blip r:embed="rId3"/>
                <a:stretch>
                  <a:fillRect r="-6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0F02358-D434-D092-CFEE-E91D3D25E525}"/>
                  </a:ext>
                </a:extLst>
              </p:cNvPr>
              <p:cNvSpPr txBox="1"/>
              <p:nvPr/>
            </p:nvSpPr>
            <p:spPr>
              <a:xfrm>
                <a:off x="3035834" y="2455169"/>
                <a:ext cx="71966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0F02358-D434-D092-CFEE-E91D3D25E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834" y="2455169"/>
                <a:ext cx="719666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0D6EF89-381C-9E5D-A977-1A88E91A2772}"/>
                  </a:ext>
                </a:extLst>
              </p:cNvPr>
              <p:cNvSpPr txBox="1"/>
              <p:nvPr/>
            </p:nvSpPr>
            <p:spPr>
              <a:xfrm>
                <a:off x="4476854" y="2778334"/>
                <a:ext cx="53795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0D6EF89-381C-9E5D-A977-1A88E91A2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854" y="2778334"/>
                <a:ext cx="537958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3DF2283F-802F-93B4-D5CD-E53F88E28575}"/>
              </a:ext>
            </a:extLst>
          </p:cNvPr>
          <p:cNvSpPr/>
          <p:nvPr/>
        </p:nvSpPr>
        <p:spPr>
          <a:xfrm>
            <a:off x="6010939" y="3689505"/>
            <a:ext cx="170121" cy="170121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39EFF40-3F2E-56F9-B178-7D2D577C840D}"/>
              </a:ext>
            </a:extLst>
          </p:cNvPr>
          <p:cNvCxnSpPr>
            <a:cxnSpLocks/>
            <a:stCxn id="11" idx="2"/>
            <a:endCxn id="8" idx="6"/>
          </p:cNvCxnSpPr>
          <p:nvPr/>
        </p:nvCxnSpPr>
        <p:spPr>
          <a:xfrm flipH="1" flipV="1">
            <a:off x="6181060" y="3774566"/>
            <a:ext cx="3247427" cy="1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2F6123F-7284-0266-C6E6-E0F9B2B0032E}"/>
                  </a:ext>
                </a:extLst>
              </p:cNvPr>
              <p:cNvSpPr txBox="1"/>
              <p:nvPr/>
            </p:nvSpPr>
            <p:spPr>
              <a:xfrm>
                <a:off x="2393350" y="3944686"/>
                <a:ext cx="6096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2F6123F-7284-0266-C6E6-E0F9B2B00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3350" y="3944686"/>
                <a:ext cx="6096000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1927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3" grpId="0"/>
      <p:bldP spid="8" grpId="0" animBg="1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68212-7B87-C699-5615-785B7C596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175B357-3F37-7FBC-5066-69FECA8AF47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Property 2 of each block is violated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175B357-3F37-7FBC-5066-69FECA8AF4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74" t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27A5E7A8-A139-E153-D881-806C104A26BA}"/>
              </a:ext>
            </a:extLst>
          </p:cNvPr>
          <p:cNvSpPr/>
          <p:nvPr/>
        </p:nvSpPr>
        <p:spPr>
          <a:xfrm>
            <a:off x="7361105" y="2816861"/>
            <a:ext cx="170121" cy="170121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E67ACC6-EF4D-678F-208F-30A08EE9187C}"/>
              </a:ext>
            </a:extLst>
          </p:cNvPr>
          <p:cNvSpPr/>
          <p:nvPr/>
        </p:nvSpPr>
        <p:spPr>
          <a:xfrm>
            <a:off x="6010940" y="2816862"/>
            <a:ext cx="170121" cy="170121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15C617-8F42-EE09-AD5D-52506DA38B6E}"/>
              </a:ext>
            </a:extLst>
          </p:cNvPr>
          <p:cNvSpPr/>
          <p:nvPr/>
        </p:nvSpPr>
        <p:spPr>
          <a:xfrm>
            <a:off x="4660775" y="2816862"/>
            <a:ext cx="170121" cy="170121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21966DA-32DC-9DFE-A425-BA8CE4D5051F}"/>
              </a:ext>
            </a:extLst>
          </p:cNvPr>
          <p:cNvSpPr/>
          <p:nvPr/>
        </p:nvSpPr>
        <p:spPr>
          <a:xfrm>
            <a:off x="10835867" y="2816856"/>
            <a:ext cx="170121" cy="170121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995C226-1816-5C80-8ECC-D8077D78FCA0}"/>
              </a:ext>
            </a:extLst>
          </p:cNvPr>
          <p:cNvSpPr/>
          <p:nvPr/>
        </p:nvSpPr>
        <p:spPr>
          <a:xfrm>
            <a:off x="1960444" y="2816857"/>
            <a:ext cx="170121" cy="170121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2A25687-AADB-1BA6-2FB2-A27F60560C5E}"/>
              </a:ext>
            </a:extLst>
          </p:cNvPr>
          <p:cNvSpPr/>
          <p:nvPr/>
        </p:nvSpPr>
        <p:spPr>
          <a:xfrm>
            <a:off x="3310610" y="2816859"/>
            <a:ext cx="170121" cy="170121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AE4854D-E37A-BF68-2C5A-B50ECFAAF017}"/>
              </a:ext>
            </a:extLst>
          </p:cNvPr>
          <p:cNvCxnSpPr>
            <a:cxnSpLocks/>
          </p:cNvCxnSpPr>
          <p:nvPr/>
        </p:nvCxnSpPr>
        <p:spPr>
          <a:xfrm>
            <a:off x="1102640" y="2573283"/>
            <a:ext cx="2207970" cy="0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5BC4EED-4BBA-1723-2E33-D172B4BB04DC}"/>
              </a:ext>
            </a:extLst>
          </p:cNvPr>
          <p:cNvCxnSpPr>
            <a:cxnSpLocks/>
          </p:cNvCxnSpPr>
          <p:nvPr/>
        </p:nvCxnSpPr>
        <p:spPr>
          <a:xfrm flipH="1" flipV="1">
            <a:off x="6096000" y="2573283"/>
            <a:ext cx="2207970" cy="0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229E9B1-63C6-BEAC-ED98-66C31B66C758}"/>
              </a:ext>
            </a:extLst>
          </p:cNvPr>
          <p:cNvCxnSpPr>
            <a:cxnSpLocks/>
          </p:cNvCxnSpPr>
          <p:nvPr/>
        </p:nvCxnSpPr>
        <p:spPr>
          <a:xfrm>
            <a:off x="1343161" y="3242150"/>
            <a:ext cx="719666" cy="0"/>
          </a:xfrm>
          <a:prstGeom prst="straightConnector1">
            <a:avLst/>
          </a:prstGeom>
          <a:ln w="38100" cap="flat" cmpd="sng" algn="ctr">
            <a:solidFill>
              <a:srgbClr val="92D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DF0F875-E686-864E-816C-36D00B25F945}"/>
              </a:ext>
            </a:extLst>
          </p:cNvPr>
          <p:cNvCxnSpPr>
            <a:cxnSpLocks/>
          </p:cNvCxnSpPr>
          <p:nvPr/>
        </p:nvCxnSpPr>
        <p:spPr>
          <a:xfrm>
            <a:off x="3200786" y="3259084"/>
            <a:ext cx="1459989" cy="8467"/>
          </a:xfrm>
          <a:prstGeom prst="straightConnector1">
            <a:avLst/>
          </a:prstGeom>
          <a:ln w="38100" cap="flat" cmpd="sng" algn="ctr">
            <a:solidFill>
              <a:srgbClr val="92D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408764E-925A-AA80-383D-5BED3073171B}"/>
              </a:ext>
            </a:extLst>
          </p:cNvPr>
          <p:cNvCxnSpPr>
            <a:cxnSpLocks/>
            <a:stCxn id="15" idx="2"/>
            <a:endCxn id="5" idx="6"/>
          </p:cNvCxnSpPr>
          <p:nvPr/>
        </p:nvCxnSpPr>
        <p:spPr>
          <a:xfrm flipH="1">
            <a:off x="7531226" y="2901917"/>
            <a:ext cx="3304641" cy="5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3B0C4E4-68B0-C284-8F21-5ABA9617D05B}"/>
                  </a:ext>
                </a:extLst>
              </p:cNvPr>
              <p:cNvSpPr txBox="1"/>
              <p:nvPr/>
            </p:nvSpPr>
            <p:spPr>
              <a:xfrm>
                <a:off x="10468030" y="1974953"/>
                <a:ext cx="53795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3B0C4E4-68B0-C284-8F21-5ABA9617D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8030" y="1974953"/>
                <a:ext cx="537958" cy="646331"/>
              </a:xfrm>
              <a:prstGeom prst="rect">
                <a:avLst/>
              </a:prstGeom>
              <a:blipFill>
                <a:blip r:embed="rId3"/>
                <a:stretch>
                  <a:fillRect r="-6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33F7F515-77C6-EDDF-D43A-B051E82D361B}"/>
              </a:ext>
            </a:extLst>
          </p:cNvPr>
          <p:cNvSpPr/>
          <p:nvPr/>
        </p:nvSpPr>
        <p:spPr>
          <a:xfrm>
            <a:off x="7990502" y="5343305"/>
            <a:ext cx="170121" cy="170121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1A5EE39-3409-96A4-4D54-69A379F1E0CF}"/>
              </a:ext>
            </a:extLst>
          </p:cNvPr>
          <p:cNvSpPr/>
          <p:nvPr/>
        </p:nvSpPr>
        <p:spPr>
          <a:xfrm>
            <a:off x="6640337" y="5343306"/>
            <a:ext cx="170121" cy="170121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9D6902A-00E7-B7AC-8D2B-32DCE990BD2B}"/>
              </a:ext>
            </a:extLst>
          </p:cNvPr>
          <p:cNvSpPr/>
          <p:nvPr/>
        </p:nvSpPr>
        <p:spPr>
          <a:xfrm>
            <a:off x="5290172" y="5343306"/>
            <a:ext cx="170121" cy="170121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3B09E1D-B96E-5436-638B-E48878971EF5}"/>
              </a:ext>
            </a:extLst>
          </p:cNvPr>
          <p:cNvSpPr/>
          <p:nvPr/>
        </p:nvSpPr>
        <p:spPr>
          <a:xfrm>
            <a:off x="2589841" y="5343301"/>
            <a:ext cx="170121" cy="170121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B114075-1072-B7D8-A6E4-D265BA15AA15}"/>
              </a:ext>
            </a:extLst>
          </p:cNvPr>
          <p:cNvSpPr/>
          <p:nvPr/>
        </p:nvSpPr>
        <p:spPr>
          <a:xfrm>
            <a:off x="3940007" y="5343303"/>
            <a:ext cx="170121" cy="170121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711FAB0-1CC6-C151-49BA-B8FA29381525}"/>
              </a:ext>
            </a:extLst>
          </p:cNvPr>
          <p:cNvCxnSpPr>
            <a:cxnSpLocks/>
          </p:cNvCxnSpPr>
          <p:nvPr/>
        </p:nvCxnSpPr>
        <p:spPr>
          <a:xfrm>
            <a:off x="1100491" y="5173134"/>
            <a:ext cx="2924577" cy="0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8920D40-7327-B86A-1599-2F8D316F05BB}"/>
              </a:ext>
            </a:extLst>
          </p:cNvPr>
          <p:cNvCxnSpPr>
            <a:cxnSpLocks/>
          </p:cNvCxnSpPr>
          <p:nvPr/>
        </p:nvCxnSpPr>
        <p:spPr>
          <a:xfrm flipH="1">
            <a:off x="8061300" y="5181601"/>
            <a:ext cx="2944688" cy="0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9C9944A-1B1F-0477-02C7-EF8A94C4FB0D}"/>
                  </a:ext>
                </a:extLst>
              </p:cNvPr>
              <p:cNvSpPr txBox="1"/>
              <p:nvPr/>
            </p:nvSpPr>
            <p:spPr>
              <a:xfrm>
                <a:off x="1100491" y="4114800"/>
                <a:ext cx="87348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Move all the points in the new block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rightwards such that property 2 holds.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9C9944A-1B1F-0477-02C7-EF8A94C4F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491" y="4114800"/>
                <a:ext cx="8734827" cy="369332"/>
              </a:xfrm>
              <a:prstGeom prst="rect">
                <a:avLst/>
              </a:prstGeom>
              <a:blipFill>
                <a:blip r:embed="rId4"/>
                <a:stretch>
                  <a:fillRect l="-628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B9A4502-4D87-2AA8-DA40-F2C51FA40300}"/>
                  </a:ext>
                </a:extLst>
              </p:cNvPr>
              <p:cNvSpPr txBox="1"/>
              <p:nvPr/>
            </p:nvSpPr>
            <p:spPr>
              <a:xfrm>
                <a:off x="10468030" y="4292957"/>
                <a:ext cx="53795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B9A4502-4D87-2AA8-DA40-F2C51FA40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8030" y="4292957"/>
                <a:ext cx="537958" cy="646331"/>
              </a:xfrm>
              <a:prstGeom prst="rect">
                <a:avLst/>
              </a:prstGeom>
              <a:blipFill>
                <a:blip r:embed="rId5"/>
                <a:stretch>
                  <a:fillRect r="-6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0372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0" animBg="1"/>
      <p:bldP spid="22" grpId="0" animBg="1"/>
      <p:bldP spid="28" grpId="0" animBg="1"/>
      <p:bldP spid="31" grpId="0" animBg="1"/>
      <p:bldP spid="40" grpId="0"/>
      <p:bldP spid="4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1F740D2-2655-C00C-1EA6-1104E7F6090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The distance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dirty="0"/>
                  <a:t> might not be less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1F740D2-2655-C00C-1EA6-1104E7F609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74" t="-12903" b="-155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BF538AF5-3856-775F-DBFE-F6C57D35551B}"/>
              </a:ext>
            </a:extLst>
          </p:cNvPr>
          <p:cNvSpPr/>
          <p:nvPr/>
        </p:nvSpPr>
        <p:spPr>
          <a:xfrm>
            <a:off x="5011479" y="3903973"/>
            <a:ext cx="170121" cy="170121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DB8BC79-84A6-86E6-11C8-3B173B0CA50F}"/>
              </a:ext>
            </a:extLst>
          </p:cNvPr>
          <p:cNvSpPr/>
          <p:nvPr/>
        </p:nvSpPr>
        <p:spPr>
          <a:xfrm>
            <a:off x="3661314" y="3903973"/>
            <a:ext cx="170121" cy="170121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2B608C2-9C14-2B0B-1F3A-C03AAB2D5AB0}"/>
              </a:ext>
            </a:extLst>
          </p:cNvPr>
          <p:cNvSpPr/>
          <p:nvPr/>
        </p:nvSpPr>
        <p:spPr>
          <a:xfrm>
            <a:off x="7144542" y="3903973"/>
            <a:ext cx="170121" cy="170121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626FB0B-EB81-FC1D-EE13-4C78C273040D}"/>
              </a:ext>
            </a:extLst>
          </p:cNvPr>
          <p:cNvSpPr/>
          <p:nvPr/>
        </p:nvSpPr>
        <p:spPr>
          <a:xfrm>
            <a:off x="5794377" y="3903974"/>
            <a:ext cx="170121" cy="170121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CADE3C-5D7F-1457-965B-92C55985A49A}"/>
              </a:ext>
            </a:extLst>
          </p:cNvPr>
          <p:cNvCxnSpPr>
            <a:cxnSpLocks/>
          </p:cNvCxnSpPr>
          <p:nvPr/>
        </p:nvCxnSpPr>
        <p:spPr>
          <a:xfrm flipH="1">
            <a:off x="1794933" y="3996267"/>
            <a:ext cx="1286934" cy="0"/>
          </a:xfrm>
          <a:prstGeom prst="line">
            <a:avLst/>
          </a:prstGeom>
          <a:ln w="76200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C52EB30-753F-7AFC-8C33-B26DD797D248}"/>
              </a:ext>
            </a:extLst>
          </p:cNvPr>
          <p:cNvCxnSpPr>
            <a:cxnSpLocks/>
          </p:cNvCxnSpPr>
          <p:nvPr/>
        </p:nvCxnSpPr>
        <p:spPr>
          <a:xfrm>
            <a:off x="8102598" y="3996268"/>
            <a:ext cx="1286934" cy="0"/>
          </a:xfrm>
          <a:prstGeom prst="line">
            <a:avLst/>
          </a:prstGeom>
          <a:ln w="76200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2D6E4E-D041-0BE5-550D-8CDAD6979C90}"/>
                  </a:ext>
                </a:extLst>
              </p:cNvPr>
              <p:cNvSpPr txBox="1"/>
              <p:nvPr/>
            </p:nvSpPr>
            <p:spPr>
              <a:xfrm>
                <a:off x="516467" y="2782669"/>
                <a:ext cx="6096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6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sz="3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2D6E4E-D041-0BE5-550D-8CDAD6979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67" y="2782669"/>
                <a:ext cx="6096000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F858E30-646F-086A-4EBB-F33B85759D04}"/>
                  </a:ext>
                </a:extLst>
              </p:cNvPr>
              <p:cNvSpPr txBox="1"/>
              <p:nvPr/>
            </p:nvSpPr>
            <p:spPr>
              <a:xfrm>
                <a:off x="4529272" y="2782669"/>
                <a:ext cx="6096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6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F858E30-646F-086A-4EBB-F33B85759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272" y="2782669"/>
                <a:ext cx="6096000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D7352CC-AAF9-5487-0111-6EE0439F241C}"/>
                  </a:ext>
                </a:extLst>
              </p:cNvPr>
              <p:cNvSpPr txBox="1"/>
              <p:nvPr/>
            </p:nvSpPr>
            <p:spPr>
              <a:xfrm>
                <a:off x="5011479" y="4207603"/>
                <a:ext cx="547872" cy="646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D7352CC-AAF9-5487-0111-6EE0439F2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1479" y="4207603"/>
                <a:ext cx="547872" cy="646335"/>
              </a:xfrm>
              <a:prstGeom prst="rect">
                <a:avLst/>
              </a:prstGeom>
              <a:blipFill>
                <a:blip r:embed="rId5"/>
                <a:stretch>
                  <a:fillRect r="-4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5527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FA39A-C077-1E4D-2E5F-7CF4A888D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91C7CC0-34D6-2CB6-3244-92BEA4D771B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The distance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91C7CC0-34D6-2CB6-3244-92BEA4D771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74" t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96275199-4F20-2CDE-C323-4AC0C82623F7}"/>
              </a:ext>
            </a:extLst>
          </p:cNvPr>
          <p:cNvSpPr/>
          <p:nvPr/>
        </p:nvSpPr>
        <p:spPr>
          <a:xfrm>
            <a:off x="5011479" y="3903973"/>
            <a:ext cx="170121" cy="170121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AF1ED19-82AD-A6D9-2B74-B11C7A31EA03}"/>
              </a:ext>
            </a:extLst>
          </p:cNvPr>
          <p:cNvSpPr/>
          <p:nvPr/>
        </p:nvSpPr>
        <p:spPr>
          <a:xfrm>
            <a:off x="3661314" y="3903973"/>
            <a:ext cx="170121" cy="170121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BFCBEA4-0637-221E-E197-83198595B56F}"/>
              </a:ext>
            </a:extLst>
          </p:cNvPr>
          <p:cNvSpPr/>
          <p:nvPr/>
        </p:nvSpPr>
        <p:spPr>
          <a:xfrm>
            <a:off x="7711809" y="3903972"/>
            <a:ext cx="170121" cy="170121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692FC37-DB84-251B-D8AB-095E0C95A547}"/>
              </a:ext>
            </a:extLst>
          </p:cNvPr>
          <p:cNvSpPr/>
          <p:nvPr/>
        </p:nvSpPr>
        <p:spPr>
          <a:xfrm>
            <a:off x="6361644" y="3903973"/>
            <a:ext cx="170121" cy="170121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5ED08F-D91A-AD62-D1D5-116ABB36281D}"/>
              </a:ext>
            </a:extLst>
          </p:cNvPr>
          <p:cNvCxnSpPr>
            <a:cxnSpLocks/>
          </p:cNvCxnSpPr>
          <p:nvPr/>
        </p:nvCxnSpPr>
        <p:spPr>
          <a:xfrm flipH="1">
            <a:off x="1794933" y="3996267"/>
            <a:ext cx="1286934" cy="0"/>
          </a:xfrm>
          <a:prstGeom prst="line">
            <a:avLst/>
          </a:prstGeom>
          <a:ln w="76200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884EF1-E324-FC0B-5032-3343EE73DB2C}"/>
              </a:ext>
            </a:extLst>
          </p:cNvPr>
          <p:cNvCxnSpPr>
            <a:cxnSpLocks/>
          </p:cNvCxnSpPr>
          <p:nvPr/>
        </p:nvCxnSpPr>
        <p:spPr>
          <a:xfrm>
            <a:off x="8669865" y="3996267"/>
            <a:ext cx="1286934" cy="0"/>
          </a:xfrm>
          <a:prstGeom prst="line">
            <a:avLst/>
          </a:prstGeom>
          <a:ln w="76200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086A4DF-DCB8-EE38-D536-147A51053A6B}"/>
                  </a:ext>
                </a:extLst>
              </p:cNvPr>
              <p:cNvSpPr txBox="1"/>
              <p:nvPr/>
            </p:nvSpPr>
            <p:spPr>
              <a:xfrm>
                <a:off x="516467" y="2782669"/>
                <a:ext cx="6096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6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sz="3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086A4DF-DCB8-EE38-D536-147A51053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67" y="2782669"/>
                <a:ext cx="6096000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EE54175-9579-5942-9903-1764ADFC50A4}"/>
                  </a:ext>
                </a:extLst>
              </p:cNvPr>
              <p:cNvSpPr txBox="1"/>
              <p:nvPr/>
            </p:nvSpPr>
            <p:spPr>
              <a:xfrm>
                <a:off x="4460609" y="2782668"/>
                <a:ext cx="6096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6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EE54175-9579-5942-9903-1764ADFC5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0609" y="2782668"/>
                <a:ext cx="6096000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0ED309D-5F48-908B-0980-D9A30B39F7D8}"/>
                  </a:ext>
                </a:extLst>
              </p:cNvPr>
              <p:cNvSpPr txBox="1"/>
              <p:nvPr/>
            </p:nvSpPr>
            <p:spPr>
              <a:xfrm>
                <a:off x="5548128" y="4207601"/>
                <a:ext cx="547872" cy="646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0ED309D-5F48-908B-0980-D9A30B39F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8128" y="4207601"/>
                <a:ext cx="547872" cy="6463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9046C91-439F-9BBD-03CE-41EFF58D076C}"/>
                  </a:ext>
                </a:extLst>
              </p:cNvPr>
              <p:cNvSpPr txBox="1"/>
              <p:nvPr/>
            </p:nvSpPr>
            <p:spPr>
              <a:xfrm>
                <a:off x="847081" y="1862451"/>
                <a:ext cx="50923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Merge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into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if the distance is exactly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9046C91-439F-9BBD-03CE-41EFF58D0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081" y="1862451"/>
                <a:ext cx="5092356" cy="369332"/>
              </a:xfrm>
              <a:prstGeom prst="rect">
                <a:avLst/>
              </a:prstGeom>
              <a:blipFill>
                <a:blip r:embed="rId6"/>
                <a:stretch>
                  <a:fillRect l="-107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1104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FA5B3-CB70-187C-4C6C-E7B70394D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1883F20-D464-F55D-BAD0-51B91FB8C15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The distance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dirty="0"/>
                  <a:t> is greater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1883F20-D464-F55D-BAD0-51B91FB8C1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74" t="-12903" b="-155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D89C534B-A765-6E80-D6F1-F5C4C4311B55}"/>
              </a:ext>
            </a:extLst>
          </p:cNvPr>
          <p:cNvSpPr/>
          <p:nvPr/>
        </p:nvSpPr>
        <p:spPr>
          <a:xfrm>
            <a:off x="4545812" y="3903974"/>
            <a:ext cx="170121" cy="170121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C87E360-5728-BBFB-C72E-A27191E5545A}"/>
              </a:ext>
            </a:extLst>
          </p:cNvPr>
          <p:cNvSpPr/>
          <p:nvPr/>
        </p:nvSpPr>
        <p:spPr>
          <a:xfrm>
            <a:off x="3195647" y="3903974"/>
            <a:ext cx="170121" cy="170121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D229E21-9951-9B2B-B0BF-B8F4365BDFA5}"/>
              </a:ext>
            </a:extLst>
          </p:cNvPr>
          <p:cNvSpPr/>
          <p:nvPr/>
        </p:nvSpPr>
        <p:spPr>
          <a:xfrm>
            <a:off x="7962632" y="3903973"/>
            <a:ext cx="170121" cy="170121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839CD94-81FC-94B7-3953-49F78F4BF3F7}"/>
              </a:ext>
            </a:extLst>
          </p:cNvPr>
          <p:cNvSpPr/>
          <p:nvPr/>
        </p:nvSpPr>
        <p:spPr>
          <a:xfrm>
            <a:off x="6612467" y="3903974"/>
            <a:ext cx="170121" cy="170121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9E6683D-4C2C-9CA8-3800-193A04619C7E}"/>
              </a:ext>
            </a:extLst>
          </p:cNvPr>
          <p:cNvCxnSpPr>
            <a:cxnSpLocks/>
          </p:cNvCxnSpPr>
          <p:nvPr/>
        </p:nvCxnSpPr>
        <p:spPr>
          <a:xfrm flipH="1">
            <a:off x="1329266" y="3996268"/>
            <a:ext cx="1286934" cy="0"/>
          </a:xfrm>
          <a:prstGeom prst="line">
            <a:avLst/>
          </a:prstGeom>
          <a:ln w="76200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C20CAA-BD45-D5BE-2699-8CDC8062D6C1}"/>
              </a:ext>
            </a:extLst>
          </p:cNvPr>
          <p:cNvCxnSpPr>
            <a:cxnSpLocks/>
          </p:cNvCxnSpPr>
          <p:nvPr/>
        </p:nvCxnSpPr>
        <p:spPr>
          <a:xfrm>
            <a:off x="8920688" y="3996268"/>
            <a:ext cx="1286934" cy="0"/>
          </a:xfrm>
          <a:prstGeom prst="line">
            <a:avLst/>
          </a:prstGeom>
          <a:ln w="76200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73BB08B-A064-B0A6-F406-282AB4F65D3A}"/>
                  </a:ext>
                </a:extLst>
              </p:cNvPr>
              <p:cNvSpPr txBox="1"/>
              <p:nvPr/>
            </p:nvSpPr>
            <p:spPr>
              <a:xfrm>
                <a:off x="516467" y="2782669"/>
                <a:ext cx="6096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6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sz="3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73BB08B-A064-B0A6-F406-282AB4F65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67" y="2782669"/>
                <a:ext cx="6096000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16E9A43-2DD4-1161-4F0F-540FC79F4AED}"/>
                  </a:ext>
                </a:extLst>
              </p:cNvPr>
              <p:cNvSpPr txBox="1"/>
              <p:nvPr/>
            </p:nvSpPr>
            <p:spPr>
              <a:xfrm>
                <a:off x="4529272" y="2782669"/>
                <a:ext cx="6096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6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16E9A43-2DD4-1161-4F0F-540FC79F4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272" y="2782669"/>
                <a:ext cx="6096000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6917B32-B948-1991-E3ED-D0C289D6374C}"/>
                  </a:ext>
                </a:extLst>
              </p:cNvPr>
              <p:cNvSpPr txBox="1"/>
              <p:nvPr/>
            </p:nvSpPr>
            <p:spPr>
              <a:xfrm>
                <a:off x="5248545" y="4148336"/>
                <a:ext cx="547872" cy="646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i="1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6917B32-B948-1991-E3ED-D0C289D63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8545" y="4148336"/>
                <a:ext cx="547872" cy="646335"/>
              </a:xfrm>
              <a:prstGeom prst="rect">
                <a:avLst/>
              </a:prstGeom>
              <a:blipFill>
                <a:blip r:embed="rId5"/>
                <a:stretch>
                  <a:fillRect r="-4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67149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ED35E-F06A-20F8-1D48-BAD7EDBDC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cases to consider to merge the last two blocks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1F8025-035B-FDFD-C144-A56AC8FF64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Case 1: move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leftward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only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does not need to move).</a:t>
                </a:r>
              </a:p>
              <a:p>
                <a:pPr lvl="1"/>
                <a:r>
                  <a:rPr lang="en-US" dirty="0"/>
                  <a:t>It does not affect the distance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, so we can stop the current operation and continue to process the next point.</a:t>
                </a:r>
              </a:p>
              <a:p>
                <a:r>
                  <a:rPr lang="en-US" dirty="0"/>
                  <a:t>Case 2: we need to move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rightwards to merge the last two blocks such that the property 2 holds in the merged block.</a:t>
                </a:r>
              </a:p>
              <a:p>
                <a:pPr lvl="1"/>
                <a:r>
                  <a:rPr lang="en-US" dirty="0"/>
                  <a:t>In this case, we need to check if the distance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is still less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If the distance is not less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, we continue this process until the distance between the last two blocks is strictly less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or there is only one block left.</a:t>
                </a:r>
              </a:p>
              <a:p>
                <a:r>
                  <a:rPr lang="en-US" dirty="0"/>
                  <a:t>The running time of the algorithm is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Each point is processed in constant time.</a:t>
                </a:r>
              </a:p>
              <a:p>
                <a:pPr lvl="1"/>
                <a:r>
                  <a:rPr lang="en-US" dirty="0"/>
                  <a:t>Each block is merged into another in </a:t>
                </a:r>
                <a:r>
                  <a:rPr lang="en-US"/>
                  <a:t>constant time.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1F8025-035B-FDFD-C144-A56AC8FF64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00608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9E746D-19B9-29D1-1BAC-D0A81D98D7EC}"/>
              </a:ext>
            </a:extLst>
          </p:cNvPr>
          <p:cNvSpPr txBox="1"/>
          <p:nvPr/>
        </p:nvSpPr>
        <p:spPr>
          <a:xfrm>
            <a:off x="4585009" y="2542694"/>
            <a:ext cx="302198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  <a:reflection blurRad="6350" stA="50000" endA="300" endPos="50000" dist="29997" dir="5400000" sy="-100000" algn="bl" rotWithShape="0"/>
                </a:effectLst>
              </a:rPr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2135318126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9715</TotalTime>
  <Words>782</Words>
  <Application>Microsoft Office PowerPoint</Application>
  <PresentationFormat>Widescreen</PresentationFormat>
  <Paragraphs>102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Cambria Math</vt:lpstr>
      <vt:lpstr>Neue Haas Grotesk Text Pro</vt:lpstr>
      <vt:lpstr>VanillaVTI</vt:lpstr>
      <vt:lpstr>Algorithms for Connectivity Maintenance and Barrier Coverage on a Closed Cycle</vt:lpstr>
      <vt:lpstr>Problem Definition</vt:lpstr>
      <vt:lpstr>Previous Work and Our Results</vt:lpstr>
      <vt:lpstr>Barrier Coverage</vt:lpstr>
      <vt:lpstr>Connectivity Maintenance</vt:lpstr>
      <vt:lpstr>Order Preserving Property</vt:lpstr>
      <vt:lpstr>The Non-lexicographical Version</vt:lpstr>
      <vt:lpstr>The Non-lexicographical Version (Cont.)</vt:lpstr>
      <vt:lpstr>The Non-lexicographical Version (Cont.)</vt:lpstr>
      <vt:lpstr>The Lexicographical Version</vt:lpstr>
      <vt:lpstr>Property 2 of each block</vt:lpstr>
      <vt:lpstr>Process of Our Algorithm</vt:lpstr>
      <vt:lpstr>The Case c(x_i^′,x_(i+1) )&lt;r:</vt:lpstr>
      <vt:lpstr>The Case r≤c(x_i^′,x_(i+1) )≤r+D_m:</vt:lpstr>
      <vt:lpstr>The Case c(x_i^′,x_(i+1) )&gt;r+D_m:</vt:lpstr>
      <vt:lpstr>Property 2 of each block is violated in B_m</vt:lpstr>
      <vt:lpstr>The distance between B_(m-1) and B_m might not be less than r</vt:lpstr>
      <vt:lpstr>The distance between B_(m-1) and B_m is r</vt:lpstr>
      <vt:lpstr>The distance between B_(m-1) and B_m is greater than r</vt:lpstr>
      <vt:lpstr>Two cases to consider to merge the last two blocks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Li, Shimin</dc:creator>
  <cp:lastModifiedBy>Li, Shimin</cp:lastModifiedBy>
  <cp:revision>1</cp:revision>
  <dcterms:created xsi:type="dcterms:W3CDTF">2026-06-25T15:31:42Z</dcterms:created>
  <dcterms:modified xsi:type="dcterms:W3CDTF">2026-08-13T00:09:24Z</dcterms:modified>
</cp:coreProperties>
</file>